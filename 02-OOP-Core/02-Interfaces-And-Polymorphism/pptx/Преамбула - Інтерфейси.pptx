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fundamentals/types/interface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language-reference/keywords/interfac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fundamentals/types/interface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fundamentals/types/interface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language-reference/operators/type-testing-and-cas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fundamentals/types/interface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fundamentals/types/interface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fundamentals/types/interface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whats-new/csharp-8#default-interface-method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learn.microsoft.com/dotnet/csharp/whats-new/csharp-8#default-interface-method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18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02028"/>
                </a:solidFill>
                <a:latin typeface="Calibri"/>
              </a:rPr>
              <a:t>Інтерфейси в C#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118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0636B"/>
                </a:solidFill>
                <a:latin typeface="Calibri"/>
              </a:rPr>
              <a:t>Базові поняття - короткий огляд перед детальним розбором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Що таке інтерфейс?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Контракт: описує, ЩО має вміти тип, а не ЯК саме це реалізовано.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Створити екземпляр самого інтерфейсу не можна - new IMovable() є помилкою компіляції.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Класи та структури "підписуються" під контракт через реалізацію.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 b="1">
                <a:solidFill>
                  <a:srgbClr val="1B4F9C"/>
                </a:solidFill>
                <a:latin typeface="Calibri"/>
              </a:rPr>
              <a:t>C# 8.0: </a:t>
            </a:r>
            <a:r>
              <a:rPr sz="1500">
                <a:solidFill>
                  <a:srgbClr val="202028"/>
                </a:solidFill>
                <a:latin typeface="Calibri"/>
              </a:rPr>
              <a:t>інтерфейс може містити і готову реалізацію методу - подробиці в кінці.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31686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3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IMovable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Контракт: лише сигнатура методу.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Move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/>
              <a:t> 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: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IMovable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Car "підписується" під контракт.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Move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"Move!"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8502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Оголошення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Оголошується ключовим словом interface.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За стилем (не вимогою мови) ім'я починається з великої літери I.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Тіла членів не пишуть - лише сигнатура, завершена крапкою з комою.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Інтерфейс може бути вкладеним у namespace так само, як і клас.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11112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500" b="1">
                <a:solidFill>
                  <a:srgbClr val="1B4F9C"/>
                </a:solidFill>
                <a:latin typeface="Consolas"/>
              </a:rPr>
              <a:t>namespace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Shapes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/>
              <a:t> </a:t>
            </a:r>
          </a:p>
          <a:p>
            <a:r>
              <a:rPr sz="15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IMovable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Move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bool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CanMove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7928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Довідка: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learn.microsoft.com/dotnet/csharp/language-reference/keywords/interface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Ім'я інтерфейсу дописують через двокрапку в списку базових типів класу.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Реалізувати потрібно КОЖЕН член інтерфейсу, без винятків.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Модифікатор доступу реалізації - завжди public.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 b="1">
                <a:solidFill>
                  <a:srgbClr val="1B4F9C"/>
                </a:solidFill>
                <a:latin typeface="Calibri"/>
              </a:rPr>
              <a:t>C# 8.0: </a:t>
            </a:r>
            <a:r>
              <a:rPr sz="1500">
                <a:solidFill>
                  <a:srgbClr val="202028"/>
                </a:solidFill>
                <a:latin typeface="Calibri"/>
              </a:rPr>
              <a:t>якщо в інтерфейсі вже є реалізація за замовчуванням, власну можна не писати.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98551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3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: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IMovable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bool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CanMove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get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set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true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/>
              <a:t> 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Move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Обов'язково public.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    </a:t>
            </a:r>
            <a:r>
              <a:rPr sz="13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"Car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is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moving"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/>
              <a:t> 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new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Move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Move!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3684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Члени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Дозволені: методи, властивості, індексатори, події.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Звичайні поля (дані) інтерфейс мати не може.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Усі члени за замовчуванням public - вказувати модифікатор не потрібно.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 b="1">
                <a:solidFill>
                  <a:srgbClr val="1B4F9C"/>
                </a:solidFill>
                <a:latin typeface="Calibri"/>
              </a:rPr>
              <a:t>C# 8.0: </a:t>
            </a:r>
            <a:r>
              <a:rPr sz="1500">
                <a:solidFill>
                  <a:srgbClr val="202028"/>
                </a:solidFill>
                <a:latin typeface="Calibri"/>
              </a:rPr>
              <a:t>додатково дозволені статичні поля/константи та private-члени.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11112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5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IBox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Count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Властивість.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this[int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i]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Індексатор.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event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EventHandler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Changed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Подія.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Add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item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Метод.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7928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- посилальний тип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Посилання на об'єкт класу можна привести (cast) до типу інтерфейсу.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Через таке посилання доступні лише члени саме цього інтерфейсу.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Оператор as повертає null замість винятку, якщо тип не підтримується.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Оператор is (C# 7+) перевіряє тип і одразу оголошує змінну.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1853945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500" b="0">
                <a:solidFill>
                  <a:srgbClr val="202028"/>
                </a:solidFill>
                <a:latin typeface="Consolas"/>
              </a:rPr>
              <a:t>Car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car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=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Car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IMovable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m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=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IMovable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car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Явне приведення до інтерфейсу.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m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Move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/>
              <a:t> </a:t>
            </a:r>
          </a:p>
          <a:p>
            <a:r>
              <a:rPr sz="1500" b="1">
                <a:solidFill>
                  <a:srgbClr val="1B4F9C"/>
                </a:solidFill>
                <a:latin typeface="Consolas"/>
              </a:rPr>
              <a:t>if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car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is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IMovable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im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Безпечна перевірка + змінна.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0">
                <a:solidFill>
                  <a:srgbClr val="202028"/>
                </a:solidFill>
                <a:latin typeface="Consolas"/>
              </a:rPr>
              <a:t>im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Move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22113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learn.microsoft.com/dotnet/csharp/language-reference/operators/type-testing-and-cast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кількох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Клас може реалізувати будь-яку кількість інтерфейсів одночасно.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Інтерфейси перелічують через кому в списку базових типів.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Якщо сигнатури методів різних інтерфейсів збігаються - досить ОДНІЄЇ спільної реалізації.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50008"/>
            <a:ext cx="11186160" cy="253974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3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: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IMovable</a:t>
            </a:r>
            <a:r>
              <a:rPr sz="1300" b="0">
                <a:solidFill>
                  <a:srgbClr val="202028"/>
                </a:solidFill>
                <a:latin typeface="Consolas"/>
              </a:rPr>
              <a:t>,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IComparable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Move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"Move!"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/>
              <a:t> 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CompareTo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1">
                <a:solidFill>
                  <a:srgbClr val="1B4F9C"/>
                </a:solidFill>
                <a:latin typeface="Consolas"/>
              </a:rPr>
              <a:t>object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o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i="1">
                <a:solidFill>
                  <a:srgbClr val="2E7D32"/>
                </a:solidFill>
                <a:latin typeface="Consolas"/>
              </a:rPr>
              <a:t>  // ...порівняння за якимось критерієм...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return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0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2634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Успадкування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Інтерфейс може успадковувати від одного чи кількох інших інтерфейсів.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Похідний інтерфейс містить усі успадковані члени плюс власні.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Клас, що реалізує похідний інтерфейс, реалізує і всі успадковані члени теж.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 b="1">
                <a:solidFill>
                  <a:srgbClr val="1B4F9C"/>
                </a:solidFill>
                <a:latin typeface="Calibri"/>
              </a:rPr>
              <a:t>C# 8.0: </a:t>
            </a:r>
            <a:r>
              <a:rPr sz="1500">
                <a:solidFill>
                  <a:srgbClr val="202028"/>
                </a:solidFill>
                <a:latin typeface="Calibri"/>
              </a:rPr>
              <a:t>похідний інтерфейс може перевизначити реалізацію за замовчуванням базового.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11112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5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IDrawable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Draw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Print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/>
              <a:t> </a:t>
            </a:r>
          </a:p>
          <a:p>
            <a:r>
              <a:rPr sz="15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IShape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: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IDrawable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,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Успадковує обидва.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GetNumberOfSides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7928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Явна реалізація членів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Потрібна, коли два інтерфейси мають метод з однаковим підписом, але РІЗНОЮ поведінкою.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Синтаксис: Interface.Метод() - без модифікатора доступу.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Викликати такий член можна лише через посилання відповідного інтерфейсу.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Через змінну класу цей член НЕ видно й не викликається.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36829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5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Document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: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,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IDrawable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Print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"Printing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"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IDrawable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Draw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   </a:t>
            </a:r>
            <a:r>
              <a:rPr sz="15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"Drawing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"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/>
              <a:t> 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Document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d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=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>
                <a:solidFill>
                  <a:srgbClr val="202028"/>
                </a:solidFill>
                <a:latin typeface="Consolas"/>
              </a:rPr>
              <a:t>Document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d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.</a:t>
            </a:r>
            <a:r>
              <a:rPr sz="1500" b="0">
                <a:solidFill>
                  <a:srgbClr val="202028"/>
                </a:solidFill>
                <a:latin typeface="Consolas"/>
              </a:rPr>
              <a:t>Print</a:t>
            </a:r>
            <a:r>
              <a:rPr sz="1500" b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>
                <a:solidFill>
                  <a:srgbClr val="202028"/>
                </a:solidFill>
                <a:latin typeface="Consolas"/>
              </a:rPr>
              <a:t>)</a:t>
            </a:r>
            <a:r>
              <a:rPr sz="1500" b="0">
                <a:solidFill>
                  <a:srgbClr val="202028"/>
                </a:solidFill>
                <a:latin typeface="Consolas"/>
              </a:rPr>
              <a:t>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Лише так - через тип інтерфейсу.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36464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none" lIns="0" tIns="0">
            <a:noAutofit/>
          </a:bodyPr>
          <a:lstStyle/>
          <a:p>
            <a:r>
              <a:rPr sz="1300" b="1">
                <a:solidFill>
                  <a:srgbClr val="1B4F9C"/>
                </a:solidFill>
                <a:latin typeface="Calibri"/>
              </a:rPr>
              <a:t>НОВЕ В C# 8.0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за замовчуванням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Метод чи властивість інтерфейсу може отримати готове тіло прямо в оголошенні.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Реалізовувати такий член у класі більше не обов'язково.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Класи, які вже реалізують інтерфейс, автоматично отримують новий член без змін власного коду.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За потреби клас все одно може перевизначити його власною реалізацією.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32760"/>
            <a:ext cx="11186160" cy="298551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3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ILogger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Log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1">
                <a:solidFill>
                  <a:srgbClr val="1B4F9C"/>
                </a:solidFill>
                <a:latin typeface="Consolas"/>
              </a:rPr>
              <a:t>string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s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$"[LOG]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  <a:r>
              <a:rPr sz="1300" b="0">
                <a:solidFill>
                  <a:srgbClr val="202028"/>
                </a:solidFill>
                <a:latin typeface="Consolas"/>
              </a:rPr>
              <a:t>s</a:t>
            </a:r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  <a:r>
              <a:rPr sz="1300" b="0">
                <a:solidFill>
                  <a:srgbClr val="202028"/>
                </a:solidFill>
                <a:latin typeface="Consolas"/>
              </a:rPr>
              <a:t>"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/>
              <a:t> 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FileLogger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: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ILogger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Log() успадковано без змін.</a:t>
            </a:r>
          </a:p>
          <a:p>
            <a:r>
              <a:rPr sz="1300"/>
              <a:t> 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ConsoleLogger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: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ILogger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Log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1">
                <a:solidFill>
                  <a:srgbClr val="1B4F9C"/>
                </a:solidFill>
                <a:latin typeface="Consolas"/>
              </a:rPr>
              <a:t>string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s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Власна реалізація - перевизначає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    </a:t>
            </a:r>
            <a:r>
              <a:rPr sz="13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Console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WriteLine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s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версію за замовчуванням.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01156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Що нового в C# 8.0: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learn.microsoft.com/dotnet/csharp/whats-new/csharp-8#default-interface-methods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none" lIns="0" tIns="0">
            <a:noAutofit/>
          </a:bodyPr>
          <a:lstStyle/>
          <a:p>
            <a:r>
              <a:rPr sz="1300" b="1">
                <a:solidFill>
                  <a:srgbClr val="1B4F9C"/>
                </a:solidFill>
                <a:latin typeface="Calibri"/>
              </a:rPr>
              <a:t>НОВЕ В C# 8.0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Статичні члени та private-логіка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Інтерфейс може мати статичні поля, властивості, методи й навіть статичний конструктор.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Вони належать самому інтерфейсу, а не якомусь класу-реалізатору.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private-члени служать для внутрішньої допоміжної логіки й недоступні ззовні.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8"/>
                </a:solidFill>
                <a:latin typeface="Calibri"/>
              </a:rPr>
              <a:t>•  </a:t>
            </a:r>
            <a:r>
              <a:rPr sz="1500">
                <a:solidFill>
                  <a:srgbClr val="202028"/>
                </a:solidFill>
                <a:latin typeface="Calibri"/>
              </a:rPr>
              <a:t>Звернення до статичного члена - через ім'я інтерфейсу, а не через об'єкт.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32760"/>
            <a:ext cx="11186160" cy="231686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37160" bIns="137160">
            <a:noAutofit/>
          </a:bodyPr>
          <a:lstStyle/>
          <a:p>
            <a:pPr algn="ctr"/>
            <a:r>
              <a:rPr sz="13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ICounter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private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static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count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0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Доступно лише всередині інтерфейсу.</a:t>
            </a:r>
          </a:p>
          <a:p>
            <a:r>
              <a:rPr sz="1300"/>
              <a:t> 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static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Next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=&gt;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++count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Статичний метод.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/>
              <a:t> 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a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ICounter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Next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Звернення через ім'я інтерфейсу.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b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=</a:t>
            </a:r>
            <a:r>
              <a:rPr sz="1300" b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>
                <a:solidFill>
                  <a:srgbClr val="202028"/>
                </a:solidFill>
                <a:latin typeface="Consolas"/>
              </a:rPr>
              <a:t>ICounter</a:t>
            </a:r>
            <a:r>
              <a:rPr sz="1300" b="0">
                <a:solidFill>
                  <a:srgbClr val="202028"/>
                </a:solidFill>
                <a:latin typeface="Consolas"/>
              </a:rPr>
              <a:t>.</a:t>
            </a:r>
            <a:r>
              <a:rPr sz="1300" b="0">
                <a:solidFill>
                  <a:srgbClr val="202028"/>
                </a:solidFill>
                <a:latin typeface="Consolas"/>
              </a:rPr>
              <a:t>Next</a:t>
            </a:r>
            <a:r>
              <a:rPr sz="1300" b="0">
                <a:solidFill>
                  <a:srgbClr val="202028"/>
                </a:solidFill>
                <a:latin typeface="Consolas"/>
              </a:rPr>
              <a:t>(</a:t>
            </a:r>
            <a:r>
              <a:rPr sz="1300" b="0">
                <a:solidFill>
                  <a:srgbClr val="202028"/>
                </a:solidFill>
                <a:latin typeface="Consolas"/>
              </a:rPr>
              <a:t>)</a:t>
            </a:r>
            <a:r>
              <a:rPr sz="1300" b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a = 1, b =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501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Що нового в C# 8.0: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learn.microsoft.com/dotnet/csharp/whats-new/csharp-8#default-interface-methods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