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11" r:id="rId2"/>
    <p:sldId id="333" r:id="rId3"/>
    <p:sldId id="312" r:id="rId4"/>
    <p:sldId id="313" r:id="rId5"/>
    <p:sldId id="314" r:id="rId6"/>
    <p:sldId id="315" r:id="rId7"/>
    <p:sldId id="316" r:id="rId8"/>
    <p:sldId id="317" r:id="rId9"/>
    <p:sldId id="318" r:id="rId10"/>
    <p:sldId id="319" r:id="rId11"/>
    <p:sldId id="320" r:id="rId12"/>
    <p:sldId id="321" r:id="rId13"/>
    <p:sldId id="322" r:id="rId14"/>
    <p:sldId id="323" r:id="rId15"/>
    <p:sldId id="324" r:id="rId16"/>
    <p:sldId id="325" r:id="rId17"/>
    <p:sldId id="326" r:id="rId18"/>
    <p:sldId id="328" r:id="rId19"/>
    <p:sldId id="329" r:id="rId20"/>
    <p:sldId id="330" r:id="rId21"/>
    <p:sldId id="331" r:id="rId22"/>
    <p:sldId id="327" r:id="rId23"/>
    <p:sldId id="332" r:id="rId24"/>
    <p:sldId id="338" r:id="rId25"/>
    <p:sldId id="306" r:id="rId26"/>
    <p:sldId id="256" r:id="rId27"/>
    <p:sldId id="257" r:id="rId28"/>
    <p:sldId id="334" r:id="rId29"/>
    <p:sldId id="335" r:id="rId30"/>
    <p:sldId id="336" r:id="rId31"/>
    <p:sldId id="340" r:id="rId32"/>
    <p:sldId id="337" r:id="rId33"/>
    <p:sldId id="341" r:id="rId34"/>
    <p:sldId id="342" r:id="rId35"/>
    <p:sldId id="343" r:id="rId36"/>
    <p:sldId id="344" r:id="rId37"/>
    <p:sldId id="345" r:id="rId38"/>
    <p:sldId id="346" r:id="rId39"/>
    <p:sldId id="347" r:id="rId40"/>
    <p:sldId id="348" r:id="rId41"/>
    <p:sldId id="349" r:id="rId42"/>
    <p:sldId id="350" r:id="rId43"/>
    <p:sldId id="351" r:id="rId44"/>
    <p:sldId id="352" r:id="rId45"/>
    <p:sldId id="353" r:id="rId46"/>
    <p:sldId id="354" r:id="rId47"/>
    <p:sldId id="357" r:id="rId48"/>
    <p:sldId id="339" r:id="rId49"/>
    <p:sldId id="258" r:id="rId50"/>
    <p:sldId id="259" r:id="rId51"/>
    <p:sldId id="260" r:id="rId52"/>
    <p:sldId id="261" r:id="rId53"/>
    <p:sldId id="262" r:id="rId54"/>
    <p:sldId id="263" r:id="rId55"/>
    <p:sldId id="264" r:id="rId56"/>
    <p:sldId id="265" r:id="rId57"/>
    <p:sldId id="266" r:id="rId58"/>
    <p:sldId id="267" r:id="rId59"/>
    <p:sldId id="268" r:id="rId60"/>
    <p:sldId id="269" r:id="rId61"/>
    <p:sldId id="270" r:id="rId62"/>
    <p:sldId id="271" r:id="rId63"/>
    <p:sldId id="272" r:id="rId64"/>
    <p:sldId id="273" r:id="rId65"/>
    <p:sldId id="274" r:id="rId66"/>
    <p:sldId id="275" r:id="rId67"/>
    <p:sldId id="276" r:id="rId68"/>
    <p:sldId id="277" r:id="rId69"/>
    <p:sldId id="280" r:id="rId70"/>
    <p:sldId id="278" r:id="rId71"/>
    <p:sldId id="281" r:id="rId72"/>
    <p:sldId id="302" r:id="rId73"/>
    <p:sldId id="279" r:id="rId74"/>
    <p:sldId id="283" r:id="rId75"/>
    <p:sldId id="284" r:id="rId76"/>
    <p:sldId id="285" r:id="rId77"/>
    <p:sldId id="286" r:id="rId78"/>
    <p:sldId id="287" r:id="rId79"/>
    <p:sldId id="288" r:id="rId80"/>
    <p:sldId id="309" r:id="rId81"/>
    <p:sldId id="308" r:id="rId82"/>
    <p:sldId id="359" r:id="rId83"/>
    <p:sldId id="289" r:id="rId84"/>
    <p:sldId id="290" r:id="rId85"/>
    <p:sldId id="292" r:id="rId86"/>
    <p:sldId id="291" r:id="rId87"/>
    <p:sldId id="293" r:id="rId88"/>
    <p:sldId id="294" r:id="rId89"/>
    <p:sldId id="295" r:id="rId90"/>
    <p:sldId id="358" r:id="rId91"/>
    <p:sldId id="296" r:id="rId92"/>
    <p:sldId id="297" r:id="rId93"/>
    <p:sldId id="298" r:id="rId94"/>
    <p:sldId id="299" r:id="rId95"/>
    <p:sldId id="300" r:id="rId96"/>
    <p:sldId id="304" r:id="rId97"/>
    <p:sldId id="301" r:id="rId98"/>
    <p:sldId id="307" r:id="rId99"/>
    <p:sldId id="303" r:id="rId100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544F865-C791-4635-9099-67C1FC795CBA}" v="69" dt="2023-09-24T20:15:55.23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912" autoAdjust="0"/>
    <p:restoredTop sz="94660"/>
  </p:normalViewPr>
  <p:slideViewPr>
    <p:cSldViewPr snapToGrid="0">
      <p:cViewPr varScale="1">
        <p:scale>
          <a:sx n="86" d="100"/>
          <a:sy n="86" d="100"/>
        </p:scale>
        <p:origin x="701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viewProps" Target="viewProps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microsoft.com/office/2015/10/relationships/revisionInfo" Target="revisionInfo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tableStyles" Target="tableStyle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microsoft.com/office/2016/11/relationships/changesInfo" Target="changesInfos/changesInfo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uriy Tomka" userId="ce5bcbea4a6ab9f5" providerId="LiveId" clId="{4F873C61-8D56-4AFC-9D19-61D2CD9153D1}"/>
    <pc:docChg chg="undo custSel addSld modSld sldOrd">
      <pc:chgData name="Yuriy Tomka" userId="ce5bcbea4a6ab9f5" providerId="LiveId" clId="{4F873C61-8D56-4AFC-9D19-61D2CD9153D1}" dt="2022-10-07T11:18:10.659" v="432"/>
      <pc:docMkLst>
        <pc:docMk/>
      </pc:docMkLst>
      <pc:sldChg chg="addSp delSp modSp new mod">
        <pc:chgData name="Yuriy Tomka" userId="ce5bcbea4a6ab9f5" providerId="LiveId" clId="{4F873C61-8D56-4AFC-9D19-61D2CD9153D1}" dt="2022-10-03T08:04:06.824" v="276" actId="14100"/>
        <pc:sldMkLst>
          <pc:docMk/>
          <pc:sldMk cId="2167236177" sldId="256"/>
        </pc:sldMkLst>
        <pc:spChg chg="del">
          <ac:chgData name="Yuriy Tomka" userId="ce5bcbea4a6ab9f5" providerId="LiveId" clId="{4F873C61-8D56-4AFC-9D19-61D2CD9153D1}" dt="2022-10-02T19:52:15.510" v="1" actId="478"/>
          <ac:spMkLst>
            <pc:docMk/>
            <pc:sldMk cId="2167236177" sldId="256"/>
            <ac:spMk id="2" creationId="{E144B068-D9FD-4B8D-9BB0-CE02AE80A627}"/>
          </ac:spMkLst>
        </pc:spChg>
        <pc:spChg chg="del">
          <ac:chgData name="Yuriy Tomka" userId="ce5bcbea4a6ab9f5" providerId="LiveId" clId="{4F873C61-8D56-4AFC-9D19-61D2CD9153D1}" dt="2022-10-02T19:52:15.510" v="1" actId="478"/>
          <ac:spMkLst>
            <pc:docMk/>
            <pc:sldMk cId="2167236177" sldId="256"/>
            <ac:spMk id="3" creationId="{8D86337C-2B2F-4777-832A-8C84E59AB788}"/>
          </ac:spMkLst>
        </pc:spChg>
        <pc:picChg chg="add mod">
          <ac:chgData name="Yuriy Tomka" userId="ce5bcbea4a6ab9f5" providerId="LiveId" clId="{4F873C61-8D56-4AFC-9D19-61D2CD9153D1}" dt="2022-10-03T08:04:06.824" v="276" actId="14100"/>
          <ac:picMkLst>
            <pc:docMk/>
            <pc:sldMk cId="2167236177" sldId="256"/>
            <ac:picMk id="5" creationId="{5990D0DA-D796-4482-9654-567C82D809C5}"/>
          </ac:picMkLst>
        </pc:picChg>
      </pc:sldChg>
      <pc:sldChg chg="addSp modSp add mod">
        <pc:chgData name="Yuriy Tomka" userId="ce5bcbea4a6ab9f5" providerId="LiveId" clId="{4F873C61-8D56-4AFC-9D19-61D2CD9153D1}" dt="2022-10-02T20:03:06.653" v="68" actId="571"/>
        <pc:sldMkLst>
          <pc:docMk/>
          <pc:sldMk cId="3285237676" sldId="257"/>
        </pc:sldMkLst>
        <pc:picChg chg="add mod">
          <ac:chgData name="Yuriy Tomka" userId="ce5bcbea4a6ab9f5" providerId="LiveId" clId="{4F873C61-8D56-4AFC-9D19-61D2CD9153D1}" dt="2022-10-02T20:03:05.140" v="66" actId="1076"/>
          <ac:picMkLst>
            <pc:docMk/>
            <pc:sldMk cId="3285237676" sldId="257"/>
            <ac:picMk id="3" creationId="{B9D27B44-6C4B-479B-9AC1-AC02A5377404}"/>
          </ac:picMkLst>
        </pc:picChg>
        <pc:picChg chg="add mod">
          <ac:chgData name="Yuriy Tomka" userId="ce5bcbea4a6ab9f5" providerId="LiveId" clId="{4F873C61-8D56-4AFC-9D19-61D2CD9153D1}" dt="2022-10-02T20:03:06.054" v="67" actId="1076"/>
          <ac:picMkLst>
            <pc:docMk/>
            <pc:sldMk cId="3285237676" sldId="257"/>
            <ac:picMk id="5" creationId="{4F65509E-F3F1-4FAD-B0A3-4B7771F1D4AF}"/>
          </ac:picMkLst>
        </pc:picChg>
        <pc:picChg chg="add mod">
          <ac:chgData name="Yuriy Tomka" userId="ce5bcbea4a6ab9f5" providerId="LiveId" clId="{4F873C61-8D56-4AFC-9D19-61D2CD9153D1}" dt="2022-10-02T20:03:06.653" v="68" actId="571"/>
          <ac:picMkLst>
            <pc:docMk/>
            <pc:sldMk cId="3285237676" sldId="257"/>
            <ac:picMk id="6" creationId="{A04FE47E-E6C9-40D0-AFFF-126F4E3A2CAB}"/>
          </ac:picMkLst>
        </pc:picChg>
      </pc:sldChg>
      <pc:sldChg chg="addSp modSp add mod">
        <pc:chgData name="Yuriy Tomka" userId="ce5bcbea4a6ab9f5" providerId="LiveId" clId="{4F873C61-8D56-4AFC-9D19-61D2CD9153D1}" dt="2022-10-02T20:07:53.326" v="72" actId="1076"/>
        <pc:sldMkLst>
          <pc:docMk/>
          <pc:sldMk cId="988671964" sldId="258"/>
        </pc:sldMkLst>
        <pc:picChg chg="add mod">
          <ac:chgData name="Yuriy Tomka" userId="ce5bcbea4a6ab9f5" providerId="LiveId" clId="{4F873C61-8D56-4AFC-9D19-61D2CD9153D1}" dt="2022-10-02T20:07:53.326" v="72" actId="1076"/>
          <ac:picMkLst>
            <pc:docMk/>
            <pc:sldMk cId="988671964" sldId="258"/>
            <ac:picMk id="3" creationId="{46C8ACD6-DC8D-4CC7-95C1-DF9C722554AF}"/>
          </ac:picMkLst>
        </pc:picChg>
      </pc:sldChg>
      <pc:sldChg chg="addSp modSp add mod">
        <pc:chgData name="Yuriy Tomka" userId="ce5bcbea4a6ab9f5" providerId="LiveId" clId="{4F873C61-8D56-4AFC-9D19-61D2CD9153D1}" dt="2022-10-02T20:12:58.237" v="78" actId="1076"/>
        <pc:sldMkLst>
          <pc:docMk/>
          <pc:sldMk cId="1522651547" sldId="259"/>
        </pc:sldMkLst>
        <pc:picChg chg="add mod">
          <ac:chgData name="Yuriy Tomka" userId="ce5bcbea4a6ab9f5" providerId="LiveId" clId="{4F873C61-8D56-4AFC-9D19-61D2CD9153D1}" dt="2022-10-02T20:12:58.237" v="78" actId="1076"/>
          <ac:picMkLst>
            <pc:docMk/>
            <pc:sldMk cId="1522651547" sldId="259"/>
            <ac:picMk id="3" creationId="{330E56E7-49F0-4FF5-BF08-A2C3A7315139}"/>
          </ac:picMkLst>
        </pc:picChg>
      </pc:sldChg>
      <pc:sldChg chg="addSp modSp add mod">
        <pc:chgData name="Yuriy Tomka" userId="ce5bcbea4a6ab9f5" providerId="LiveId" clId="{4F873C61-8D56-4AFC-9D19-61D2CD9153D1}" dt="2022-10-02T20:13:02.886" v="81" actId="1076"/>
        <pc:sldMkLst>
          <pc:docMk/>
          <pc:sldMk cId="3384662712" sldId="260"/>
        </pc:sldMkLst>
        <pc:picChg chg="add mod">
          <ac:chgData name="Yuriy Tomka" userId="ce5bcbea4a6ab9f5" providerId="LiveId" clId="{4F873C61-8D56-4AFC-9D19-61D2CD9153D1}" dt="2022-10-02T20:13:02.886" v="81" actId="1076"/>
          <ac:picMkLst>
            <pc:docMk/>
            <pc:sldMk cId="3384662712" sldId="260"/>
            <ac:picMk id="3" creationId="{D2E4ABF3-A94B-49E5-83CC-A01E304080F2}"/>
          </ac:picMkLst>
        </pc:picChg>
      </pc:sldChg>
      <pc:sldChg chg="addSp modSp add mod">
        <pc:chgData name="Yuriy Tomka" userId="ce5bcbea4a6ab9f5" providerId="LiveId" clId="{4F873C61-8D56-4AFC-9D19-61D2CD9153D1}" dt="2022-10-02T20:14:15.800" v="86" actId="1076"/>
        <pc:sldMkLst>
          <pc:docMk/>
          <pc:sldMk cId="553735895" sldId="261"/>
        </pc:sldMkLst>
        <pc:picChg chg="add mod">
          <ac:chgData name="Yuriy Tomka" userId="ce5bcbea4a6ab9f5" providerId="LiveId" clId="{4F873C61-8D56-4AFC-9D19-61D2CD9153D1}" dt="2022-10-02T20:14:13.631" v="84" actId="1076"/>
          <ac:picMkLst>
            <pc:docMk/>
            <pc:sldMk cId="553735895" sldId="261"/>
            <ac:picMk id="3" creationId="{934AD4FA-DF51-4610-83A8-619F0286EFFA}"/>
          </ac:picMkLst>
        </pc:picChg>
        <pc:picChg chg="add mod">
          <ac:chgData name="Yuriy Tomka" userId="ce5bcbea4a6ab9f5" providerId="LiveId" clId="{4F873C61-8D56-4AFC-9D19-61D2CD9153D1}" dt="2022-10-02T20:14:15.800" v="86" actId="1076"/>
          <ac:picMkLst>
            <pc:docMk/>
            <pc:sldMk cId="553735895" sldId="261"/>
            <ac:picMk id="5" creationId="{EC8E629E-3635-4F9E-AC1B-DD42CE45D1AC}"/>
          </ac:picMkLst>
        </pc:picChg>
      </pc:sldChg>
      <pc:sldChg chg="addSp modSp add mod">
        <pc:chgData name="Yuriy Tomka" userId="ce5bcbea4a6ab9f5" providerId="LiveId" clId="{4F873C61-8D56-4AFC-9D19-61D2CD9153D1}" dt="2022-10-02T20:14:38.762" v="90" actId="1076"/>
        <pc:sldMkLst>
          <pc:docMk/>
          <pc:sldMk cId="173188898" sldId="262"/>
        </pc:sldMkLst>
        <pc:picChg chg="add mod">
          <ac:chgData name="Yuriy Tomka" userId="ce5bcbea4a6ab9f5" providerId="LiveId" clId="{4F873C61-8D56-4AFC-9D19-61D2CD9153D1}" dt="2022-10-02T20:14:28.541" v="88" actId="1076"/>
          <ac:picMkLst>
            <pc:docMk/>
            <pc:sldMk cId="173188898" sldId="262"/>
            <ac:picMk id="3" creationId="{804177DA-C55F-4BCA-9466-59BECD0D1D19}"/>
          </ac:picMkLst>
        </pc:picChg>
        <pc:picChg chg="add mod">
          <ac:chgData name="Yuriy Tomka" userId="ce5bcbea4a6ab9f5" providerId="LiveId" clId="{4F873C61-8D56-4AFC-9D19-61D2CD9153D1}" dt="2022-10-02T20:14:38.762" v="90" actId="1076"/>
          <ac:picMkLst>
            <pc:docMk/>
            <pc:sldMk cId="173188898" sldId="262"/>
            <ac:picMk id="5" creationId="{8E201D40-2A42-4EB8-AAEC-DF2E977B3C94}"/>
          </ac:picMkLst>
        </pc:picChg>
      </pc:sldChg>
      <pc:sldChg chg="addSp delSp modSp add mod">
        <pc:chgData name="Yuriy Tomka" userId="ce5bcbea4a6ab9f5" providerId="LiveId" clId="{4F873C61-8D56-4AFC-9D19-61D2CD9153D1}" dt="2022-10-02T20:22:12.355" v="98" actId="1076"/>
        <pc:sldMkLst>
          <pc:docMk/>
          <pc:sldMk cId="636378824" sldId="263"/>
        </pc:sldMkLst>
        <pc:picChg chg="add mod">
          <ac:chgData name="Yuriy Tomka" userId="ce5bcbea4a6ab9f5" providerId="LiveId" clId="{4F873C61-8D56-4AFC-9D19-61D2CD9153D1}" dt="2022-10-02T20:22:12.355" v="98" actId="1076"/>
          <ac:picMkLst>
            <pc:docMk/>
            <pc:sldMk cId="636378824" sldId="263"/>
            <ac:picMk id="3" creationId="{BAB05F0F-8CF3-4B36-9B16-1D3183F84B8B}"/>
          </ac:picMkLst>
        </pc:picChg>
        <pc:picChg chg="add del mod">
          <ac:chgData name="Yuriy Tomka" userId="ce5bcbea4a6ab9f5" providerId="LiveId" clId="{4F873C61-8D56-4AFC-9D19-61D2CD9153D1}" dt="2022-10-02T20:22:11.130" v="97" actId="21"/>
          <ac:picMkLst>
            <pc:docMk/>
            <pc:sldMk cId="636378824" sldId="263"/>
            <ac:picMk id="5" creationId="{E564EDEA-AA93-4C89-92DE-B09EDDE17C34}"/>
          </ac:picMkLst>
        </pc:picChg>
      </pc:sldChg>
      <pc:sldChg chg="addSp modSp add mod">
        <pc:chgData name="Yuriy Tomka" userId="ce5bcbea4a6ab9f5" providerId="LiveId" clId="{4F873C61-8D56-4AFC-9D19-61D2CD9153D1}" dt="2022-10-02T20:22:15.943" v="100" actId="1076"/>
        <pc:sldMkLst>
          <pc:docMk/>
          <pc:sldMk cId="2995572842" sldId="264"/>
        </pc:sldMkLst>
        <pc:picChg chg="add mod">
          <ac:chgData name="Yuriy Tomka" userId="ce5bcbea4a6ab9f5" providerId="LiveId" clId="{4F873C61-8D56-4AFC-9D19-61D2CD9153D1}" dt="2022-10-02T20:22:15.943" v="100" actId="1076"/>
          <ac:picMkLst>
            <pc:docMk/>
            <pc:sldMk cId="2995572842" sldId="264"/>
            <ac:picMk id="2" creationId="{21E12CCC-EB6B-4B4C-86DC-F84276584FD5}"/>
          </ac:picMkLst>
        </pc:picChg>
      </pc:sldChg>
      <pc:sldChg chg="addSp add mod">
        <pc:chgData name="Yuriy Tomka" userId="ce5bcbea4a6ab9f5" providerId="LiveId" clId="{4F873C61-8D56-4AFC-9D19-61D2CD9153D1}" dt="2022-10-02T20:22:28.081" v="101" actId="22"/>
        <pc:sldMkLst>
          <pc:docMk/>
          <pc:sldMk cId="729254607" sldId="265"/>
        </pc:sldMkLst>
        <pc:picChg chg="add">
          <ac:chgData name="Yuriy Tomka" userId="ce5bcbea4a6ab9f5" providerId="LiveId" clId="{4F873C61-8D56-4AFC-9D19-61D2CD9153D1}" dt="2022-10-02T20:22:28.081" v="101" actId="22"/>
          <ac:picMkLst>
            <pc:docMk/>
            <pc:sldMk cId="729254607" sldId="265"/>
            <ac:picMk id="3" creationId="{A1FD9721-7291-4CA6-8B15-7447A0714617}"/>
          </ac:picMkLst>
        </pc:picChg>
      </pc:sldChg>
      <pc:sldChg chg="addSp modSp add mod">
        <pc:chgData name="Yuriy Tomka" userId="ce5bcbea4a6ab9f5" providerId="LiveId" clId="{4F873C61-8D56-4AFC-9D19-61D2CD9153D1}" dt="2022-10-02T20:25:09.339" v="108" actId="1076"/>
        <pc:sldMkLst>
          <pc:docMk/>
          <pc:sldMk cId="4140786877" sldId="266"/>
        </pc:sldMkLst>
        <pc:picChg chg="add mod">
          <ac:chgData name="Yuriy Tomka" userId="ce5bcbea4a6ab9f5" providerId="LiveId" clId="{4F873C61-8D56-4AFC-9D19-61D2CD9153D1}" dt="2022-10-02T20:25:03.711" v="104" actId="1076"/>
          <ac:picMkLst>
            <pc:docMk/>
            <pc:sldMk cId="4140786877" sldId="266"/>
            <ac:picMk id="3" creationId="{D3F7589A-E856-443A-A352-6C11DDB5ECBA}"/>
          </ac:picMkLst>
        </pc:picChg>
        <pc:picChg chg="add mod">
          <ac:chgData name="Yuriy Tomka" userId="ce5bcbea4a6ab9f5" providerId="LiveId" clId="{4F873C61-8D56-4AFC-9D19-61D2CD9153D1}" dt="2022-10-02T20:25:09.339" v="108" actId="1076"/>
          <ac:picMkLst>
            <pc:docMk/>
            <pc:sldMk cId="4140786877" sldId="266"/>
            <ac:picMk id="5" creationId="{E92EA2A8-17D4-4A80-B5E6-5B4F731298FB}"/>
          </ac:picMkLst>
        </pc:picChg>
      </pc:sldChg>
      <pc:sldChg chg="addSp add mod">
        <pc:chgData name="Yuriy Tomka" userId="ce5bcbea4a6ab9f5" providerId="LiveId" clId="{4F873C61-8D56-4AFC-9D19-61D2CD9153D1}" dt="2022-10-02T20:25:25.382" v="109" actId="22"/>
        <pc:sldMkLst>
          <pc:docMk/>
          <pc:sldMk cId="2885245270" sldId="267"/>
        </pc:sldMkLst>
        <pc:picChg chg="add">
          <ac:chgData name="Yuriy Tomka" userId="ce5bcbea4a6ab9f5" providerId="LiveId" clId="{4F873C61-8D56-4AFC-9D19-61D2CD9153D1}" dt="2022-10-02T20:25:25.382" v="109" actId="22"/>
          <ac:picMkLst>
            <pc:docMk/>
            <pc:sldMk cId="2885245270" sldId="267"/>
            <ac:picMk id="3" creationId="{5B2BDC95-206E-4030-890A-3A7B476B4FF9}"/>
          </ac:picMkLst>
        </pc:picChg>
      </pc:sldChg>
      <pc:sldChg chg="addSp add mod">
        <pc:chgData name="Yuriy Tomka" userId="ce5bcbea4a6ab9f5" providerId="LiveId" clId="{4F873C61-8D56-4AFC-9D19-61D2CD9153D1}" dt="2022-10-02T20:25:42.725" v="110" actId="22"/>
        <pc:sldMkLst>
          <pc:docMk/>
          <pc:sldMk cId="2021355248" sldId="268"/>
        </pc:sldMkLst>
        <pc:picChg chg="add">
          <ac:chgData name="Yuriy Tomka" userId="ce5bcbea4a6ab9f5" providerId="LiveId" clId="{4F873C61-8D56-4AFC-9D19-61D2CD9153D1}" dt="2022-10-02T20:25:42.725" v="110" actId="22"/>
          <ac:picMkLst>
            <pc:docMk/>
            <pc:sldMk cId="2021355248" sldId="268"/>
            <ac:picMk id="3" creationId="{2CE0CCF2-402F-4B9B-9F0D-A3861050B774}"/>
          </ac:picMkLst>
        </pc:picChg>
      </pc:sldChg>
      <pc:sldChg chg="addSp modSp add mod">
        <pc:chgData name="Yuriy Tomka" userId="ce5bcbea4a6ab9f5" providerId="LiveId" clId="{4F873C61-8D56-4AFC-9D19-61D2CD9153D1}" dt="2022-10-02T20:28:10.597" v="116" actId="1076"/>
        <pc:sldMkLst>
          <pc:docMk/>
          <pc:sldMk cId="4106754776" sldId="269"/>
        </pc:sldMkLst>
        <pc:picChg chg="add mod">
          <ac:chgData name="Yuriy Tomka" userId="ce5bcbea4a6ab9f5" providerId="LiveId" clId="{4F873C61-8D56-4AFC-9D19-61D2CD9153D1}" dt="2022-10-02T20:28:02.211" v="112" actId="1076"/>
          <ac:picMkLst>
            <pc:docMk/>
            <pc:sldMk cId="4106754776" sldId="269"/>
            <ac:picMk id="3" creationId="{D954202A-7515-4F0A-A39B-7D273D4B5022}"/>
          </ac:picMkLst>
        </pc:picChg>
        <pc:picChg chg="add mod">
          <ac:chgData name="Yuriy Tomka" userId="ce5bcbea4a6ab9f5" providerId="LiveId" clId="{4F873C61-8D56-4AFC-9D19-61D2CD9153D1}" dt="2022-10-02T20:28:10.597" v="116" actId="1076"/>
          <ac:picMkLst>
            <pc:docMk/>
            <pc:sldMk cId="4106754776" sldId="269"/>
            <ac:picMk id="5" creationId="{EB2D47B7-0E61-4758-9A20-BA2CCB348113}"/>
          </ac:picMkLst>
        </pc:picChg>
      </pc:sldChg>
      <pc:sldChg chg="addSp add mod">
        <pc:chgData name="Yuriy Tomka" userId="ce5bcbea4a6ab9f5" providerId="LiveId" clId="{4F873C61-8D56-4AFC-9D19-61D2CD9153D1}" dt="2022-10-02T20:31:39.728" v="117" actId="22"/>
        <pc:sldMkLst>
          <pc:docMk/>
          <pc:sldMk cId="565476142" sldId="270"/>
        </pc:sldMkLst>
        <pc:picChg chg="add">
          <ac:chgData name="Yuriy Tomka" userId="ce5bcbea4a6ab9f5" providerId="LiveId" clId="{4F873C61-8D56-4AFC-9D19-61D2CD9153D1}" dt="2022-10-02T20:31:39.728" v="117" actId="22"/>
          <ac:picMkLst>
            <pc:docMk/>
            <pc:sldMk cId="565476142" sldId="270"/>
            <ac:picMk id="3" creationId="{58250DD6-9766-4B95-AA4C-92C8A2289F78}"/>
          </ac:picMkLst>
        </pc:picChg>
      </pc:sldChg>
      <pc:sldChg chg="addSp modSp add mod">
        <pc:chgData name="Yuriy Tomka" userId="ce5bcbea4a6ab9f5" providerId="LiveId" clId="{4F873C61-8D56-4AFC-9D19-61D2CD9153D1}" dt="2022-10-02T20:35:17.312" v="124" actId="1076"/>
        <pc:sldMkLst>
          <pc:docMk/>
          <pc:sldMk cId="2413681656" sldId="271"/>
        </pc:sldMkLst>
        <pc:picChg chg="add mod">
          <ac:chgData name="Yuriy Tomka" userId="ce5bcbea4a6ab9f5" providerId="LiveId" clId="{4F873C61-8D56-4AFC-9D19-61D2CD9153D1}" dt="2022-10-02T20:33:34.161" v="119" actId="1076"/>
          <ac:picMkLst>
            <pc:docMk/>
            <pc:sldMk cId="2413681656" sldId="271"/>
            <ac:picMk id="3" creationId="{2997B26B-F968-47AE-8E64-744F2C0BA335}"/>
          </ac:picMkLst>
        </pc:picChg>
        <pc:picChg chg="add mod">
          <ac:chgData name="Yuriy Tomka" userId="ce5bcbea4a6ab9f5" providerId="LiveId" clId="{4F873C61-8D56-4AFC-9D19-61D2CD9153D1}" dt="2022-10-02T20:35:15.105" v="122" actId="1076"/>
          <ac:picMkLst>
            <pc:docMk/>
            <pc:sldMk cId="2413681656" sldId="271"/>
            <ac:picMk id="5" creationId="{BEAC6C4C-571C-4644-B2EE-87426CBC5CCC}"/>
          </ac:picMkLst>
        </pc:picChg>
        <pc:picChg chg="add mod">
          <ac:chgData name="Yuriy Tomka" userId="ce5bcbea4a6ab9f5" providerId="LiveId" clId="{4F873C61-8D56-4AFC-9D19-61D2CD9153D1}" dt="2022-10-02T20:35:17.312" v="124" actId="1076"/>
          <ac:picMkLst>
            <pc:docMk/>
            <pc:sldMk cId="2413681656" sldId="271"/>
            <ac:picMk id="7" creationId="{C7745FE7-07EF-4D31-80B6-104FA199C709}"/>
          </ac:picMkLst>
        </pc:picChg>
      </pc:sldChg>
      <pc:sldChg chg="addSp add mod">
        <pc:chgData name="Yuriy Tomka" userId="ce5bcbea4a6ab9f5" providerId="LiveId" clId="{4F873C61-8D56-4AFC-9D19-61D2CD9153D1}" dt="2022-10-02T20:35:41.433" v="125" actId="22"/>
        <pc:sldMkLst>
          <pc:docMk/>
          <pc:sldMk cId="2302100430" sldId="272"/>
        </pc:sldMkLst>
        <pc:picChg chg="add">
          <ac:chgData name="Yuriy Tomka" userId="ce5bcbea4a6ab9f5" providerId="LiveId" clId="{4F873C61-8D56-4AFC-9D19-61D2CD9153D1}" dt="2022-10-02T20:35:41.433" v="125" actId="22"/>
          <ac:picMkLst>
            <pc:docMk/>
            <pc:sldMk cId="2302100430" sldId="272"/>
            <ac:picMk id="3" creationId="{43BE7230-3934-4D9F-A320-A60E6AA156F2}"/>
          </ac:picMkLst>
        </pc:picChg>
      </pc:sldChg>
      <pc:sldChg chg="addSp modSp add mod">
        <pc:chgData name="Yuriy Tomka" userId="ce5bcbea4a6ab9f5" providerId="LiveId" clId="{4F873C61-8D56-4AFC-9D19-61D2CD9153D1}" dt="2022-10-02T20:36:20.667" v="127" actId="1076"/>
        <pc:sldMkLst>
          <pc:docMk/>
          <pc:sldMk cId="2062118160" sldId="273"/>
        </pc:sldMkLst>
        <pc:picChg chg="add mod">
          <ac:chgData name="Yuriy Tomka" userId="ce5bcbea4a6ab9f5" providerId="LiveId" clId="{4F873C61-8D56-4AFC-9D19-61D2CD9153D1}" dt="2022-10-02T20:36:20.667" v="127" actId="1076"/>
          <ac:picMkLst>
            <pc:docMk/>
            <pc:sldMk cId="2062118160" sldId="273"/>
            <ac:picMk id="3" creationId="{9A7F13AE-E59A-4411-8C4D-525E88CE9720}"/>
          </ac:picMkLst>
        </pc:picChg>
      </pc:sldChg>
      <pc:sldChg chg="addSp modSp add mod">
        <pc:chgData name="Yuriy Tomka" userId="ce5bcbea4a6ab9f5" providerId="LiveId" clId="{4F873C61-8D56-4AFC-9D19-61D2CD9153D1}" dt="2022-10-02T20:36:52.039" v="131" actId="571"/>
        <pc:sldMkLst>
          <pc:docMk/>
          <pc:sldMk cId="4277414497" sldId="274"/>
        </pc:sldMkLst>
        <pc:picChg chg="add mod">
          <ac:chgData name="Yuriy Tomka" userId="ce5bcbea4a6ab9f5" providerId="LiveId" clId="{4F873C61-8D56-4AFC-9D19-61D2CD9153D1}" dt="2022-10-02T20:36:51.425" v="130" actId="14100"/>
          <ac:picMkLst>
            <pc:docMk/>
            <pc:sldMk cId="4277414497" sldId="274"/>
            <ac:picMk id="3" creationId="{9D4851D5-40A9-4FB4-9245-5855282EA32F}"/>
          </ac:picMkLst>
        </pc:picChg>
        <pc:picChg chg="add mod">
          <ac:chgData name="Yuriy Tomka" userId="ce5bcbea4a6ab9f5" providerId="LiveId" clId="{4F873C61-8D56-4AFC-9D19-61D2CD9153D1}" dt="2022-10-02T20:36:52.039" v="131" actId="571"/>
          <ac:picMkLst>
            <pc:docMk/>
            <pc:sldMk cId="4277414497" sldId="274"/>
            <ac:picMk id="4" creationId="{150E914C-FE55-40FD-95E4-BA09AEDCE822}"/>
          </ac:picMkLst>
        </pc:picChg>
      </pc:sldChg>
      <pc:sldChg chg="addSp add mod">
        <pc:chgData name="Yuriy Tomka" userId="ce5bcbea4a6ab9f5" providerId="LiveId" clId="{4F873C61-8D56-4AFC-9D19-61D2CD9153D1}" dt="2022-10-02T20:37:35.658" v="132" actId="22"/>
        <pc:sldMkLst>
          <pc:docMk/>
          <pc:sldMk cId="1568492234" sldId="275"/>
        </pc:sldMkLst>
        <pc:picChg chg="add">
          <ac:chgData name="Yuriy Tomka" userId="ce5bcbea4a6ab9f5" providerId="LiveId" clId="{4F873C61-8D56-4AFC-9D19-61D2CD9153D1}" dt="2022-10-02T20:37:35.658" v="132" actId="22"/>
          <ac:picMkLst>
            <pc:docMk/>
            <pc:sldMk cId="1568492234" sldId="275"/>
            <ac:picMk id="3" creationId="{789B493C-0795-4752-BBB0-A2E0A5E92DB0}"/>
          </ac:picMkLst>
        </pc:picChg>
      </pc:sldChg>
      <pc:sldChg chg="addSp modSp add mod">
        <pc:chgData name="Yuriy Tomka" userId="ce5bcbea4a6ab9f5" providerId="LiveId" clId="{4F873C61-8D56-4AFC-9D19-61D2CD9153D1}" dt="2022-10-02T20:41:22.854" v="143" actId="1076"/>
        <pc:sldMkLst>
          <pc:docMk/>
          <pc:sldMk cId="2924368834" sldId="276"/>
        </pc:sldMkLst>
        <pc:picChg chg="add mod">
          <ac:chgData name="Yuriy Tomka" userId="ce5bcbea4a6ab9f5" providerId="LiveId" clId="{4F873C61-8D56-4AFC-9D19-61D2CD9153D1}" dt="2022-10-02T20:41:10.241" v="141" actId="1076"/>
          <ac:picMkLst>
            <pc:docMk/>
            <pc:sldMk cId="2924368834" sldId="276"/>
            <ac:picMk id="3" creationId="{7189EC4E-2FA9-4FDF-97C5-4FF7704D7BA7}"/>
          </ac:picMkLst>
        </pc:picChg>
        <pc:picChg chg="add mod">
          <ac:chgData name="Yuriy Tomka" userId="ce5bcbea4a6ab9f5" providerId="LiveId" clId="{4F873C61-8D56-4AFC-9D19-61D2CD9153D1}" dt="2022-10-02T20:41:22.854" v="143" actId="1076"/>
          <ac:picMkLst>
            <pc:docMk/>
            <pc:sldMk cId="2924368834" sldId="276"/>
            <ac:picMk id="5" creationId="{44626562-F101-4DF3-AEC9-F72366178D4D}"/>
          </ac:picMkLst>
        </pc:picChg>
      </pc:sldChg>
      <pc:sldChg chg="addSp modSp add mod">
        <pc:chgData name="Yuriy Tomka" userId="ce5bcbea4a6ab9f5" providerId="LiveId" clId="{4F873C61-8D56-4AFC-9D19-61D2CD9153D1}" dt="2022-10-02T20:45:29.986" v="153" actId="1076"/>
        <pc:sldMkLst>
          <pc:docMk/>
          <pc:sldMk cId="499166222" sldId="277"/>
        </pc:sldMkLst>
        <pc:picChg chg="add mod">
          <ac:chgData name="Yuriy Tomka" userId="ce5bcbea4a6ab9f5" providerId="LiveId" clId="{4F873C61-8D56-4AFC-9D19-61D2CD9153D1}" dt="2022-10-02T20:45:29.986" v="153" actId="1076"/>
          <ac:picMkLst>
            <pc:docMk/>
            <pc:sldMk cId="499166222" sldId="277"/>
            <ac:picMk id="3" creationId="{61060890-5741-445C-91D1-5037CAA431A9}"/>
          </ac:picMkLst>
        </pc:picChg>
        <pc:picChg chg="add mod">
          <ac:chgData name="Yuriy Tomka" userId="ce5bcbea4a6ab9f5" providerId="LiveId" clId="{4F873C61-8D56-4AFC-9D19-61D2CD9153D1}" dt="2022-10-02T20:45:28.556" v="151" actId="1076"/>
          <ac:picMkLst>
            <pc:docMk/>
            <pc:sldMk cId="499166222" sldId="277"/>
            <ac:picMk id="5" creationId="{DC5D7C25-BBB9-4B26-9F16-08516BEAD3F2}"/>
          </ac:picMkLst>
        </pc:picChg>
      </pc:sldChg>
      <pc:sldChg chg="addSp modSp add mod ord">
        <pc:chgData name="Yuriy Tomka" userId="ce5bcbea4a6ab9f5" providerId="LiveId" clId="{4F873C61-8D56-4AFC-9D19-61D2CD9153D1}" dt="2022-10-06T19:03:38.737" v="398" actId="1076"/>
        <pc:sldMkLst>
          <pc:docMk/>
          <pc:sldMk cId="2642578862" sldId="278"/>
        </pc:sldMkLst>
        <pc:picChg chg="add mod">
          <ac:chgData name="Yuriy Tomka" userId="ce5bcbea4a6ab9f5" providerId="LiveId" clId="{4F873C61-8D56-4AFC-9D19-61D2CD9153D1}" dt="2022-10-06T19:03:38.737" v="398" actId="1076"/>
          <ac:picMkLst>
            <pc:docMk/>
            <pc:sldMk cId="2642578862" sldId="278"/>
            <ac:picMk id="3" creationId="{A163F84F-D2F2-4466-A232-BB89A8C3B2C6}"/>
          </ac:picMkLst>
        </pc:picChg>
        <pc:picChg chg="add mod">
          <ac:chgData name="Yuriy Tomka" userId="ce5bcbea4a6ab9f5" providerId="LiveId" clId="{4F873C61-8D56-4AFC-9D19-61D2CD9153D1}" dt="2022-10-02T20:46:46.439" v="159" actId="1076"/>
          <ac:picMkLst>
            <pc:docMk/>
            <pc:sldMk cId="2642578862" sldId="278"/>
            <ac:picMk id="5" creationId="{08FA4FD9-4096-4578-BAC4-BD8C86EF5B33}"/>
          </ac:picMkLst>
        </pc:picChg>
      </pc:sldChg>
      <pc:sldChg chg="addSp modSp add mod ord">
        <pc:chgData name="Yuriy Tomka" userId="ce5bcbea4a6ab9f5" providerId="LiveId" clId="{4F873C61-8D56-4AFC-9D19-61D2CD9153D1}" dt="2022-10-06T18:41:17.785" v="336" actId="1076"/>
        <pc:sldMkLst>
          <pc:docMk/>
          <pc:sldMk cId="781454121" sldId="279"/>
        </pc:sldMkLst>
        <pc:picChg chg="add mod">
          <ac:chgData name="Yuriy Tomka" userId="ce5bcbea4a6ab9f5" providerId="LiveId" clId="{4F873C61-8D56-4AFC-9D19-61D2CD9153D1}" dt="2022-10-06T18:41:17.785" v="336" actId="1076"/>
          <ac:picMkLst>
            <pc:docMk/>
            <pc:sldMk cId="781454121" sldId="279"/>
            <ac:picMk id="3" creationId="{91D42889-59EF-474C-9FBA-DF7569E6D7FA}"/>
          </ac:picMkLst>
        </pc:picChg>
      </pc:sldChg>
      <pc:sldChg chg="addSp add mod ord">
        <pc:chgData name="Yuriy Tomka" userId="ce5bcbea4a6ab9f5" providerId="LiveId" clId="{4F873C61-8D56-4AFC-9D19-61D2CD9153D1}" dt="2022-10-02T20:47:13.917" v="164"/>
        <pc:sldMkLst>
          <pc:docMk/>
          <pc:sldMk cId="4279508005" sldId="280"/>
        </pc:sldMkLst>
        <pc:picChg chg="add">
          <ac:chgData name="Yuriy Tomka" userId="ce5bcbea4a6ab9f5" providerId="LiveId" clId="{4F873C61-8D56-4AFC-9D19-61D2CD9153D1}" dt="2022-10-02T20:39:32.560" v="133" actId="22"/>
          <ac:picMkLst>
            <pc:docMk/>
            <pc:sldMk cId="4279508005" sldId="280"/>
            <ac:picMk id="3" creationId="{4459CAAC-B98C-420E-96BE-24630E54FDAB}"/>
          </ac:picMkLst>
        </pc:picChg>
      </pc:sldChg>
      <pc:sldChg chg="addSp modSp add mod">
        <pc:chgData name="Yuriy Tomka" userId="ce5bcbea4a6ab9f5" providerId="LiveId" clId="{4F873C61-8D56-4AFC-9D19-61D2CD9153D1}" dt="2022-10-06T19:03:36.169" v="397" actId="1076"/>
        <pc:sldMkLst>
          <pc:docMk/>
          <pc:sldMk cId="1104711604" sldId="281"/>
        </pc:sldMkLst>
        <pc:picChg chg="add mod">
          <ac:chgData name="Yuriy Tomka" userId="ce5bcbea4a6ab9f5" providerId="LiveId" clId="{4F873C61-8D56-4AFC-9D19-61D2CD9153D1}" dt="2022-10-06T19:03:36.169" v="397" actId="1076"/>
          <ac:picMkLst>
            <pc:docMk/>
            <pc:sldMk cId="1104711604" sldId="281"/>
            <ac:picMk id="3" creationId="{C720FB7E-AEFF-4346-95C9-00B9EBA7B4C8}"/>
          </ac:picMkLst>
        </pc:picChg>
      </pc:sldChg>
      <pc:sldChg chg="addSp modSp add mod ord">
        <pc:chgData name="Yuriy Tomka" userId="ce5bcbea4a6ab9f5" providerId="LiveId" clId="{4F873C61-8D56-4AFC-9D19-61D2CD9153D1}" dt="2022-10-06T19:03:28.459" v="394" actId="1076"/>
        <pc:sldMkLst>
          <pc:docMk/>
          <pc:sldMk cId="2825384319" sldId="282"/>
        </pc:sldMkLst>
        <pc:picChg chg="add mod">
          <ac:chgData name="Yuriy Tomka" userId="ce5bcbea4a6ab9f5" providerId="LiveId" clId="{4F873C61-8D56-4AFC-9D19-61D2CD9153D1}" dt="2022-10-06T19:03:28.459" v="394" actId="1076"/>
          <ac:picMkLst>
            <pc:docMk/>
            <pc:sldMk cId="2825384319" sldId="282"/>
            <ac:picMk id="3" creationId="{B843BFF0-8F6C-4331-AB85-B670B517257F}"/>
          </ac:picMkLst>
        </pc:picChg>
      </pc:sldChg>
      <pc:sldChg chg="addSp add mod">
        <pc:chgData name="Yuriy Tomka" userId="ce5bcbea4a6ab9f5" providerId="LiveId" clId="{4F873C61-8D56-4AFC-9D19-61D2CD9153D1}" dt="2022-10-02T20:53:13.500" v="174" actId="22"/>
        <pc:sldMkLst>
          <pc:docMk/>
          <pc:sldMk cId="3085437384" sldId="283"/>
        </pc:sldMkLst>
        <pc:picChg chg="add">
          <ac:chgData name="Yuriy Tomka" userId="ce5bcbea4a6ab9f5" providerId="LiveId" clId="{4F873C61-8D56-4AFC-9D19-61D2CD9153D1}" dt="2022-10-02T20:53:13.500" v="174" actId="22"/>
          <ac:picMkLst>
            <pc:docMk/>
            <pc:sldMk cId="3085437384" sldId="283"/>
            <ac:picMk id="3" creationId="{255478CA-6D04-4D3A-8A8D-6C08D9DFEF06}"/>
          </ac:picMkLst>
        </pc:picChg>
      </pc:sldChg>
      <pc:sldChg chg="addSp add mod">
        <pc:chgData name="Yuriy Tomka" userId="ce5bcbea4a6ab9f5" providerId="LiveId" clId="{4F873C61-8D56-4AFC-9D19-61D2CD9153D1}" dt="2022-10-02T20:53:37.351" v="175" actId="22"/>
        <pc:sldMkLst>
          <pc:docMk/>
          <pc:sldMk cId="1834829461" sldId="284"/>
        </pc:sldMkLst>
        <pc:picChg chg="add">
          <ac:chgData name="Yuriy Tomka" userId="ce5bcbea4a6ab9f5" providerId="LiveId" clId="{4F873C61-8D56-4AFC-9D19-61D2CD9153D1}" dt="2022-10-02T20:53:37.351" v="175" actId="22"/>
          <ac:picMkLst>
            <pc:docMk/>
            <pc:sldMk cId="1834829461" sldId="284"/>
            <ac:picMk id="3" creationId="{A0F307D4-C3E1-4EE7-A9AB-DA610D02A9D6}"/>
          </ac:picMkLst>
        </pc:picChg>
      </pc:sldChg>
      <pc:sldChg chg="addSp add mod">
        <pc:chgData name="Yuriy Tomka" userId="ce5bcbea4a6ab9f5" providerId="LiveId" clId="{4F873C61-8D56-4AFC-9D19-61D2CD9153D1}" dt="2022-10-02T20:54:08.040" v="176" actId="22"/>
        <pc:sldMkLst>
          <pc:docMk/>
          <pc:sldMk cId="2328529262" sldId="285"/>
        </pc:sldMkLst>
        <pc:picChg chg="add">
          <ac:chgData name="Yuriy Tomka" userId="ce5bcbea4a6ab9f5" providerId="LiveId" clId="{4F873C61-8D56-4AFC-9D19-61D2CD9153D1}" dt="2022-10-02T20:54:08.040" v="176" actId="22"/>
          <ac:picMkLst>
            <pc:docMk/>
            <pc:sldMk cId="2328529262" sldId="285"/>
            <ac:picMk id="3" creationId="{6E006BD4-D6F3-4405-9F5B-8D0FD2417923}"/>
          </ac:picMkLst>
        </pc:picChg>
      </pc:sldChg>
      <pc:sldChg chg="addSp delSp modSp add mod">
        <pc:chgData name="Yuriy Tomka" userId="ce5bcbea4a6ab9f5" providerId="LiveId" clId="{4F873C61-8D56-4AFC-9D19-61D2CD9153D1}" dt="2022-10-06T18:41:26.007" v="338" actId="1076"/>
        <pc:sldMkLst>
          <pc:docMk/>
          <pc:sldMk cId="2640541789" sldId="286"/>
        </pc:sldMkLst>
        <pc:picChg chg="add del mod">
          <ac:chgData name="Yuriy Tomka" userId="ce5bcbea4a6ab9f5" providerId="LiveId" clId="{4F873C61-8D56-4AFC-9D19-61D2CD9153D1}" dt="2022-10-02T20:58:12.938" v="185" actId="478"/>
          <ac:picMkLst>
            <pc:docMk/>
            <pc:sldMk cId="2640541789" sldId="286"/>
            <ac:picMk id="3" creationId="{30558E5A-AF4A-4BE2-8092-916AE982F9D4}"/>
          </ac:picMkLst>
        </pc:picChg>
        <pc:picChg chg="add mod">
          <ac:chgData name="Yuriy Tomka" userId="ce5bcbea4a6ab9f5" providerId="LiveId" clId="{4F873C61-8D56-4AFC-9D19-61D2CD9153D1}" dt="2022-10-02T20:58:43.180" v="195" actId="1076"/>
          <ac:picMkLst>
            <pc:docMk/>
            <pc:sldMk cId="2640541789" sldId="286"/>
            <ac:picMk id="5" creationId="{B5741D2F-B839-4516-8BDD-DC4AA6381CDC}"/>
          </ac:picMkLst>
        </pc:picChg>
        <pc:picChg chg="add mod">
          <ac:chgData name="Yuriy Tomka" userId="ce5bcbea4a6ab9f5" providerId="LiveId" clId="{4F873C61-8D56-4AFC-9D19-61D2CD9153D1}" dt="2022-10-06T18:41:26.007" v="338" actId="1076"/>
          <ac:picMkLst>
            <pc:docMk/>
            <pc:sldMk cId="2640541789" sldId="286"/>
            <ac:picMk id="6" creationId="{6B2948F0-E6CD-4BD8-BE2E-9262FE8F5D42}"/>
          </ac:picMkLst>
        </pc:picChg>
      </pc:sldChg>
      <pc:sldChg chg="addSp delSp modSp add mod">
        <pc:chgData name="Yuriy Tomka" userId="ce5bcbea4a6ab9f5" providerId="LiveId" clId="{4F873C61-8D56-4AFC-9D19-61D2CD9153D1}" dt="2022-10-02T20:59:52.796" v="215" actId="1076"/>
        <pc:sldMkLst>
          <pc:docMk/>
          <pc:sldMk cId="1549503225" sldId="287"/>
        </pc:sldMkLst>
        <pc:spChg chg="add mod">
          <ac:chgData name="Yuriy Tomka" userId="ce5bcbea4a6ab9f5" providerId="LiveId" clId="{4F873C61-8D56-4AFC-9D19-61D2CD9153D1}" dt="2022-10-02T20:59:49.803" v="214" actId="6549"/>
          <ac:spMkLst>
            <pc:docMk/>
            <pc:sldMk cId="1549503225" sldId="287"/>
            <ac:spMk id="9" creationId="{85A64BE4-9BB1-4FD8-94F6-9DFBF8654A7B}"/>
          </ac:spMkLst>
        </pc:spChg>
        <pc:picChg chg="add del">
          <ac:chgData name="Yuriy Tomka" userId="ce5bcbea4a6ab9f5" providerId="LiveId" clId="{4F873C61-8D56-4AFC-9D19-61D2CD9153D1}" dt="2022-10-02T20:58:36.731" v="188" actId="21"/>
          <ac:picMkLst>
            <pc:docMk/>
            <pc:sldMk cId="1549503225" sldId="287"/>
            <ac:picMk id="3" creationId="{EE1BBF8A-2C11-4795-B0BB-1DB995F9ADAA}"/>
          </ac:picMkLst>
        </pc:picChg>
        <pc:picChg chg="add mod">
          <ac:chgData name="Yuriy Tomka" userId="ce5bcbea4a6ab9f5" providerId="LiveId" clId="{4F873C61-8D56-4AFC-9D19-61D2CD9153D1}" dt="2022-10-02T20:59:52.796" v="215" actId="1076"/>
          <ac:picMkLst>
            <pc:docMk/>
            <pc:sldMk cId="1549503225" sldId="287"/>
            <ac:picMk id="5" creationId="{132BDD5F-AB7E-4F13-97AD-ED9E3092DB10}"/>
          </ac:picMkLst>
        </pc:picChg>
        <pc:picChg chg="add del">
          <ac:chgData name="Yuriy Tomka" userId="ce5bcbea4a6ab9f5" providerId="LiveId" clId="{4F873C61-8D56-4AFC-9D19-61D2CD9153D1}" dt="2022-10-02T20:59:29.693" v="199" actId="22"/>
          <ac:picMkLst>
            <pc:docMk/>
            <pc:sldMk cId="1549503225" sldId="287"/>
            <ac:picMk id="7" creationId="{55BC8A87-A579-4C2C-B894-3DD07D81079F}"/>
          </ac:picMkLst>
        </pc:picChg>
      </pc:sldChg>
      <pc:sldChg chg="addSp delSp modSp add mod">
        <pc:chgData name="Yuriy Tomka" userId="ce5bcbea4a6ab9f5" providerId="LiveId" clId="{4F873C61-8D56-4AFC-9D19-61D2CD9153D1}" dt="2022-10-02T21:01:40.545" v="222" actId="1076"/>
        <pc:sldMkLst>
          <pc:docMk/>
          <pc:sldMk cId="1281737075" sldId="288"/>
        </pc:sldMkLst>
        <pc:spChg chg="add del mod">
          <ac:chgData name="Yuriy Tomka" userId="ce5bcbea4a6ab9f5" providerId="LiveId" clId="{4F873C61-8D56-4AFC-9D19-61D2CD9153D1}" dt="2022-10-02T21:01:38.539" v="221" actId="478"/>
          <ac:spMkLst>
            <pc:docMk/>
            <pc:sldMk cId="1281737075" sldId="288"/>
            <ac:spMk id="3" creationId="{E7429390-7554-4FD5-9F83-B07387F3ACE3}"/>
          </ac:spMkLst>
        </pc:spChg>
        <pc:picChg chg="add mod">
          <ac:chgData name="Yuriy Tomka" userId="ce5bcbea4a6ab9f5" providerId="LiveId" clId="{4F873C61-8D56-4AFC-9D19-61D2CD9153D1}" dt="2022-10-02T21:01:40.545" v="222" actId="1076"/>
          <ac:picMkLst>
            <pc:docMk/>
            <pc:sldMk cId="1281737075" sldId="288"/>
            <ac:picMk id="5" creationId="{7F17FBB9-B0E2-4648-A6C3-9610A1C46869}"/>
          </ac:picMkLst>
        </pc:picChg>
      </pc:sldChg>
      <pc:sldChg chg="addSp delSp modSp add mod">
        <pc:chgData name="Yuriy Tomka" userId="ce5bcbea4a6ab9f5" providerId="LiveId" clId="{4F873C61-8D56-4AFC-9D19-61D2CD9153D1}" dt="2022-10-06T18:41:34.741" v="339" actId="1076"/>
        <pc:sldMkLst>
          <pc:docMk/>
          <pc:sldMk cId="4189515080" sldId="289"/>
        </pc:sldMkLst>
        <pc:picChg chg="add del">
          <ac:chgData name="Yuriy Tomka" userId="ce5bcbea4a6ab9f5" providerId="LiveId" clId="{4F873C61-8D56-4AFC-9D19-61D2CD9153D1}" dt="2022-10-02T21:02:02.471" v="224" actId="22"/>
          <ac:picMkLst>
            <pc:docMk/>
            <pc:sldMk cId="4189515080" sldId="289"/>
            <ac:picMk id="3" creationId="{0CD9B5DC-BAB5-4EB4-A8DF-40A3FDFA2244}"/>
          </ac:picMkLst>
        </pc:picChg>
        <pc:picChg chg="add mod">
          <ac:chgData name="Yuriy Tomka" userId="ce5bcbea4a6ab9f5" providerId="LiveId" clId="{4F873C61-8D56-4AFC-9D19-61D2CD9153D1}" dt="2022-10-02T21:03:59.026" v="226" actId="1076"/>
          <ac:picMkLst>
            <pc:docMk/>
            <pc:sldMk cId="4189515080" sldId="289"/>
            <ac:picMk id="5" creationId="{A1E83790-8C19-4067-B938-64FDE3A51877}"/>
          </ac:picMkLst>
        </pc:picChg>
        <pc:picChg chg="add mod">
          <ac:chgData name="Yuriy Tomka" userId="ce5bcbea4a6ab9f5" providerId="LiveId" clId="{4F873C61-8D56-4AFC-9D19-61D2CD9153D1}" dt="2022-10-06T18:41:34.741" v="339" actId="1076"/>
          <ac:picMkLst>
            <pc:docMk/>
            <pc:sldMk cId="4189515080" sldId="289"/>
            <ac:picMk id="7" creationId="{8076B01D-8723-4E47-85B1-9B584F7420C4}"/>
          </ac:picMkLst>
        </pc:picChg>
      </pc:sldChg>
      <pc:sldChg chg="addSp modSp add mod">
        <pc:chgData name="Yuriy Tomka" userId="ce5bcbea4a6ab9f5" providerId="LiveId" clId="{4F873C61-8D56-4AFC-9D19-61D2CD9153D1}" dt="2022-10-02T21:05:44.972" v="233" actId="1076"/>
        <pc:sldMkLst>
          <pc:docMk/>
          <pc:sldMk cId="2396482683" sldId="290"/>
        </pc:sldMkLst>
        <pc:picChg chg="add mod">
          <ac:chgData name="Yuriy Tomka" userId="ce5bcbea4a6ab9f5" providerId="LiveId" clId="{4F873C61-8D56-4AFC-9D19-61D2CD9153D1}" dt="2022-10-02T21:05:06.712" v="231" actId="1076"/>
          <ac:picMkLst>
            <pc:docMk/>
            <pc:sldMk cId="2396482683" sldId="290"/>
            <ac:picMk id="3" creationId="{612A04D6-32DE-4569-B698-77F75F3EE6B5}"/>
          </ac:picMkLst>
        </pc:picChg>
        <pc:picChg chg="add mod">
          <ac:chgData name="Yuriy Tomka" userId="ce5bcbea4a6ab9f5" providerId="LiveId" clId="{4F873C61-8D56-4AFC-9D19-61D2CD9153D1}" dt="2022-10-02T21:05:44.972" v="233" actId="1076"/>
          <ac:picMkLst>
            <pc:docMk/>
            <pc:sldMk cId="2396482683" sldId="290"/>
            <ac:picMk id="5" creationId="{28EC1761-0A92-4CBC-8A0E-AA8DBD56B270}"/>
          </ac:picMkLst>
        </pc:picChg>
      </pc:sldChg>
      <pc:sldChg chg="addSp add mod">
        <pc:chgData name="Yuriy Tomka" userId="ce5bcbea4a6ab9f5" providerId="LiveId" clId="{4F873C61-8D56-4AFC-9D19-61D2CD9153D1}" dt="2022-10-02T21:06:58.384" v="234" actId="22"/>
        <pc:sldMkLst>
          <pc:docMk/>
          <pc:sldMk cId="1331092242" sldId="291"/>
        </pc:sldMkLst>
        <pc:picChg chg="add">
          <ac:chgData name="Yuriy Tomka" userId="ce5bcbea4a6ab9f5" providerId="LiveId" clId="{4F873C61-8D56-4AFC-9D19-61D2CD9153D1}" dt="2022-10-02T21:06:58.384" v="234" actId="22"/>
          <ac:picMkLst>
            <pc:docMk/>
            <pc:sldMk cId="1331092242" sldId="291"/>
            <ac:picMk id="3" creationId="{89C1DBBC-9190-4A6B-9C53-4AD45A8AD190}"/>
          </ac:picMkLst>
        </pc:picChg>
      </pc:sldChg>
      <pc:sldChg chg="addSp modSp add mod ord">
        <pc:chgData name="Yuriy Tomka" userId="ce5bcbea4a6ab9f5" providerId="LiveId" clId="{4F873C61-8D56-4AFC-9D19-61D2CD9153D1}" dt="2022-10-06T18:42:15.715" v="346" actId="1076"/>
        <pc:sldMkLst>
          <pc:docMk/>
          <pc:sldMk cId="4070927107" sldId="292"/>
        </pc:sldMkLst>
        <pc:picChg chg="add mod">
          <ac:chgData name="Yuriy Tomka" userId="ce5bcbea4a6ab9f5" providerId="LiveId" clId="{4F873C61-8D56-4AFC-9D19-61D2CD9153D1}" dt="2022-10-06T18:42:15.715" v="346" actId="1076"/>
          <ac:picMkLst>
            <pc:docMk/>
            <pc:sldMk cId="4070927107" sldId="292"/>
            <ac:picMk id="3" creationId="{8C3FAE65-3EC6-44AC-9430-CFC27E4C4180}"/>
          </ac:picMkLst>
        </pc:picChg>
      </pc:sldChg>
      <pc:sldChg chg="addSp modSp add mod">
        <pc:chgData name="Yuriy Tomka" userId="ce5bcbea4a6ab9f5" providerId="LiveId" clId="{4F873C61-8D56-4AFC-9D19-61D2CD9153D1}" dt="2022-10-06T18:42:38.738" v="347" actId="1076"/>
        <pc:sldMkLst>
          <pc:docMk/>
          <pc:sldMk cId="4232673815" sldId="293"/>
        </pc:sldMkLst>
        <pc:picChg chg="add mod">
          <ac:chgData name="Yuriy Tomka" userId="ce5bcbea4a6ab9f5" providerId="LiveId" clId="{4F873C61-8D56-4AFC-9D19-61D2CD9153D1}" dt="2022-10-02T21:09:19.516" v="239" actId="1076"/>
          <ac:picMkLst>
            <pc:docMk/>
            <pc:sldMk cId="4232673815" sldId="293"/>
            <ac:picMk id="3" creationId="{FF1E4140-68D4-4126-9C53-17C3824D1249}"/>
          </ac:picMkLst>
        </pc:picChg>
        <pc:picChg chg="add mod">
          <ac:chgData name="Yuriy Tomka" userId="ce5bcbea4a6ab9f5" providerId="LiveId" clId="{4F873C61-8D56-4AFC-9D19-61D2CD9153D1}" dt="2022-10-02T21:09:29.665" v="241" actId="1076"/>
          <ac:picMkLst>
            <pc:docMk/>
            <pc:sldMk cId="4232673815" sldId="293"/>
            <ac:picMk id="5" creationId="{CB6008E0-F45E-486C-B6B0-7EAE668AC759}"/>
          </ac:picMkLst>
        </pc:picChg>
        <pc:picChg chg="add mod">
          <ac:chgData name="Yuriy Tomka" userId="ce5bcbea4a6ab9f5" providerId="LiveId" clId="{4F873C61-8D56-4AFC-9D19-61D2CD9153D1}" dt="2022-10-06T18:42:38.738" v="347" actId="1076"/>
          <ac:picMkLst>
            <pc:docMk/>
            <pc:sldMk cId="4232673815" sldId="293"/>
            <ac:picMk id="7" creationId="{83C819D3-DEE1-4617-A218-B6347D249539}"/>
          </ac:picMkLst>
        </pc:picChg>
      </pc:sldChg>
      <pc:sldChg chg="addSp modSp add mod">
        <pc:chgData name="Yuriy Tomka" userId="ce5bcbea4a6ab9f5" providerId="LiveId" clId="{4F873C61-8D56-4AFC-9D19-61D2CD9153D1}" dt="2022-10-06T18:42:44.467" v="348" actId="1076"/>
        <pc:sldMkLst>
          <pc:docMk/>
          <pc:sldMk cId="4292844625" sldId="294"/>
        </pc:sldMkLst>
        <pc:spChg chg="add mod">
          <ac:chgData name="Yuriy Tomka" userId="ce5bcbea4a6ab9f5" providerId="LiveId" clId="{4F873C61-8D56-4AFC-9D19-61D2CD9153D1}" dt="2022-10-02T21:11:18.582" v="251" actId="14100"/>
          <ac:spMkLst>
            <pc:docMk/>
            <pc:sldMk cId="4292844625" sldId="294"/>
            <ac:spMk id="6" creationId="{B52F4BA9-C7CE-4F10-9653-2F44DD7CADD3}"/>
          </ac:spMkLst>
        </pc:spChg>
        <pc:picChg chg="add mod">
          <ac:chgData name="Yuriy Tomka" userId="ce5bcbea4a6ab9f5" providerId="LiveId" clId="{4F873C61-8D56-4AFC-9D19-61D2CD9153D1}" dt="2022-10-02T21:11:06.015" v="246" actId="1076"/>
          <ac:picMkLst>
            <pc:docMk/>
            <pc:sldMk cId="4292844625" sldId="294"/>
            <ac:picMk id="3" creationId="{832C078B-A311-4AD8-82AB-A299CDF18EB2}"/>
          </ac:picMkLst>
        </pc:picChg>
        <pc:picChg chg="add mod">
          <ac:chgData name="Yuriy Tomka" userId="ce5bcbea4a6ab9f5" providerId="LiveId" clId="{4F873C61-8D56-4AFC-9D19-61D2CD9153D1}" dt="2022-10-06T18:42:44.467" v="348" actId="1076"/>
          <ac:picMkLst>
            <pc:docMk/>
            <pc:sldMk cId="4292844625" sldId="294"/>
            <ac:picMk id="5" creationId="{29188CBA-C0F7-484B-8C5B-CDAD6BF82DD1}"/>
          </ac:picMkLst>
        </pc:picChg>
      </pc:sldChg>
      <pc:sldChg chg="addSp modSp add mod">
        <pc:chgData name="Yuriy Tomka" userId="ce5bcbea4a6ab9f5" providerId="LiveId" clId="{4F873C61-8D56-4AFC-9D19-61D2CD9153D1}" dt="2022-10-02T21:12:04.204" v="258" actId="1076"/>
        <pc:sldMkLst>
          <pc:docMk/>
          <pc:sldMk cId="3992351613" sldId="295"/>
        </pc:sldMkLst>
        <pc:spChg chg="add">
          <ac:chgData name="Yuriy Tomka" userId="ce5bcbea4a6ab9f5" providerId="LiveId" clId="{4F873C61-8D56-4AFC-9D19-61D2CD9153D1}" dt="2022-10-02T21:12:03.225" v="257" actId="11529"/>
          <ac:spMkLst>
            <pc:docMk/>
            <pc:sldMk cId="3992351613" sldId="295"/>
            <ac:spMk id="6" creationId="{7121986A-CA1D-4760-9EB3-51FAC2FC42CC}"/>
          </ac:spMkLst>
        </pc:spChg>
        <pc:picChg chg="add mod">
          <ac:chgData name="Yuriy Tomka" userId="ce5bcbea4a6ab9f5" providerId="LiveId" clId="{4F873C61-8D56-4AFC-9D19-61D2CD9153D1}" dt="2022-10-02T21:11:52.888" v="256" actId="1076"/>
          <ac:picMkLst>
            <pc:docMk/>
            <pc:sldMk cId="3992351613" sldId="295"/>
            <ac:picMk id="3" creationId="{A2155E89-A5C1-4054-97D2-D3BFB094DDA2}"/>
          </ac:picMkLst>
        </pc:picChg>
        <pc:picChg chg="add mod">
          <ac:chgData name="Yuriy Tomka" userId="ce5bcbea4a6ab9f5" providerId="LiveId" clId="{4F873C61-8D56-4AFC-9D19-61D2CD9153D1}" dt="2022-10-02T21:12:04.204" v="258" actId="1076"/>
          <ac:picMkLst>
            <pc:docMk/>
            <pc:sldMk cId="3992351613" sldId="295"/>
            <ac:picMk id="5" creationId="{08C0F14F-48F7-4249-863A-BADED6E464C0}"/>
          </ac:picMkLst>
        </pc:picChg>
      </pc:sldChg>
      <pc:sldChg chg="addSp modSp add mod">
        <pc:chgData name="Yuriy Tomka" userId="ce5bcbea4a6ab9f5" providerId="LiveId" clId="{4F873C61-8D56-4AFC-9D19-61D2CD9153D1}" dt="2022-10-02T21:12:42.879" v="265" actId="1076"/>
        <pc:sldMkLst>
          <pc:docMk/>
          <pc:sldMk cId="3340181571" sldId="296"/>
        </pc:sldMkLst>
        <pc:picChg chg="add mod">
          <ac:chgData name="Yuriy Tomka" userId="ce5bcbea4a6ab9f5" providerId="LiveId" clId="{4F873C61-8D56-4AFC-9D19-61D2CD9153D1}" dt="2022-10-02T21:12:42.879" v="265" actId="1076"/>
          <ac:picMkLst>
            <pc:docMk/>
            <pc:sldMk cId="3340181571" sldId="296"/>
            <ac:picMk id="3" creationId="{EDB04108-1D4F-48F8-816C-DB44C4654781}"/>
          </ac:picMkLst>
        </pc:picChg>
        <pc:picChg chg="add mod">
          <ac:chgData name="Yuriy Tomka" userId="ce5bcbea4a6ab9f5" providerId="LiveId" clId="{4F873C61-8D56-4AFC-9D19-61D2CD9153D1}" dt="2022-10-02T21:12:42.137" v="264" actId="1076"/>
          <ac:picMkLst>
            <pc:docMk/>
            <pc:sldMk cId="3340181571" sldId="296"/>
            <ac:picMk id="5" creationId="{E6A465A5-63E4-4241-872B-E6A57E1C780B}"/>
          </ac:picMkLst>
        </pc:picChg>
      </pc:sldChg>
      <pc:sldChg chg="addSp modSp add mod">
        <pc:chgData name="Yuriy Tomka" userId="ce5bcbea4a6ab9f5" providerId="LiveId" clId="{4F873C61-8D56-4AFC-9D19-61D2CD9153D1}" dt="2022-10-02T21:13:00.259" v="269" actId="1076"/>
        <pc:sldMkLst>
          <pc:docMk/>
          <pc:sldMk cId="51488857" sldId="297"/>
        </pc:sldMkLst>
        <pc:picChg chg="add mod">
          <ac:chgData name="Yuriy Tomka" userId="ce5bcbea4a6ab9f5" providerId="LiveId" clId="{4F873C61-8D56-4AFC-9D19-61D2CD9153D1}" dt="2022-10-02T21:13:00.259" v="269" actId="1076"/>
          <ac:picMkLst>
            <pc:docMk/>
            <pc:sldMk cId="51488857" sldId="297"/>
            <ac:picMk id="3" creationId="{121428BF-0B50-42D0-970B-AC02DB7BC086}"/>
          </ac:picMkLst>
        </pc:picChg>
      </pc:sldChg>
      <pc:sldChg chg="addSp add mod">
        <pc:chgData name="Yuriy Tomka" userId="ce5bcbea4a6ab9f5" providerId="LiveId" clId="{4F873C61-8D56-4AFC-9D19-61D2CD9153D1}" dt="2022-10-02T21:13:25.906" v="270" actId="22"/>
        <pc:sldMkLst>
          <pc:docMk/>
          <pc:sldMk cId="3344721097" sldId="298"/>
        </pc:sldMkLst>
        <pc:picChg chg="add">
          <ac:chgData name="Yuriy Tomka" userId="ce5bcbea4a6ab9f5" providerId="LiveId" clId="{4F873C61-8D56-4AFC-9D19-61D2CD9153D1}" dt="2022-10-02T21:13:25.906" v="270" actId="22"/>
          <ac:picMkLst>
            <pc:docMk/>
            <pc:sldMk cId="3344721097" sldId="298"/>
            <ac:picMk id="3" creationId="{48627CDC-FF2C-4979-A128-18B26D4D4042}"/>
          </ac:picMkLst>
        </pc:picChg>
      </pc:sldChg>
      <pc:sldChg chg="addSp modSp add mod">
        <pc:chgData name="Yuriy Tomka" userId="ce5bcbea4a6ab9f5" providerId="LiveId" clId="{4F873C61-8D56-4AFC-9D19-61D2CD9153D1}" dt="2022-10-03T08:10:14.534" v="283" actId="1076"/>
        <pc:sldMkLst>
          <pc:docMk/>
          <pc:sldMk cId="2911635243" sldId="299"/>
        </pc:sldMkLst>
        <pc:picChg chg="add mod">
          <ac:chgData name="Yuriy Tomka" userId="ce5bcbea4a6ab9f5" providerId="LiveId" clId="{4F873C61-8D56-4AFC-9D19-61D2CD9153D1}" dt="2022-10-03T08:10:14.534" v="283" actId="1076"/>
          <ac:picMkLst>
            <pc:docMk/>
            <pc:sldMk cId="2911635243" sldId="299"/>
            <ac:picMk id="3" creationId="{EA194FE3-C6A1-447A-99BD-B350EEA02821}"/>
          </ac:picMkLst>
        </pc:picChg>
      </pc:sldChg>
      <pc:sldChg chg="addSp add mod">
        <pc:chgData name="Yuriy Tomka" userId="ce5bcbea4a6ab9f5" providerId="LiveId" clId="{4F873C61-8D56-4AFC-9D19-61D2CD9153D1}" dt="2022-10-02T21:14:46.924" v="272" actId="22"/>
        <pc:sldMkLst>
          <pc:docMk/>
          <pc:sldMk cId="3347162322" sldId="300"/>
        </pc:sldMkLst>
        <pc:picChg chg="add">
          <ac:chgData name="Yuriy Tomka" userId="ce5bcbea4a6ab9f5" providerId="LiveId" clId="{4F873C61-8D56-4AFC-9D19-61D2CD9153D1}" dt="2022-10-02T21:14:46.924" v="272" actId="22"/>
          <ac:picMkLst>
            <pc:docMk/>
            <pc:sldMk cId="3347162322" sldId="300"/>
            <ac:picMk id="3" creationId="{3E55897A-6522-4700-AFC5-2A718FBF6057}"/>
          </ac:picMkLst>
        </pc:picChg>
      </pc:sldChg>
      <pc:sldChg chg="addSp delSp modSp add mod">
        <pc:chgData name="Yuriy Tomka" userId="ce5bcbea4a6ab9f5" providerId="LiveId" clId="{4F873C61-8D56-4AFC-9D19-61D2CD9153D1}" dt="2022-10-06T18:43:25.324" v="356" actId="1076"/>
        <pc:sldMkLst>
          <pc:docMk/>
          <pc:sldMk cId="44086360" sldId="301"/>
        </pc:sldMkLst>
        <pc:spChg chg="add del mod">
          <ac:chgData name="Yuriy Tomka" userId="ce5bcbea4a6ab9f5" providerId="LiveId" clId="{4F873C61-8D56-4AFC-9D19-61D2CD9153D1}" dt="2022-10-06T18:43:21.015" v="355" actId="478"/>
          <ac:spMkLst>
            <pc:docMk/>
            <pc:sldMk cId="44086360" sldId="301"/>
            <ac:spMk id="3" creationId="{D6B9F315-223B-4607-B801-727F642EEF94}"/>
          </ac:spMkLst>
        </pc:spChg>
        <pc:spChg chg="add del">
          <ac:chgData name="Yuriy Tomka" userId="ce5bcbea4a6ab9f5" providerId="LiveId" clId="{4F873C61-8D56-4AFC-9D19-61D2CD9153D1}" dt="2022-10-03T08:24:35.765" v="289" actId="22"/>
          <ac:spMkLst>
            <pc:docMk/>
            <pc:sldMk cId="44086360" sldId="301"/>
            <ac:spMk id="5" creationId="{DE58AFDB-BC48-4565-B1BA-A3E771276A4F}"/>
          </ac:spMkLst>
        </pc:spChg>
        <pc:spChg chg="add mod">
          <ac:chgData name="Yuriy Tomka" userId="ce5bcbea4a6ab9f5" providerId="LiveId" clId="{4F873C61-8D56-4AFC-9D19-61D2CD9153D1}" dt="2022-10-06T18:43:25.324" v="356" actId="1076"/>
          <ac:spMkLst>
            <pc:docMk/>
            <pc:sldMk cId="44086360" sldId="301"/>
            <ac:spMk id="7" creationId="{8F59267E-1408-4D87-9E44-58150AC1F40B}"/>
          </ac:spMkLst>
        </pc:spChg>
        <pc:spChg chg="add del mod">
          <ac:chgData name="Yuriy Tomka" userId="ce5bcbea4a6ab9f5" providerId="LiveId" clId="{4F873C61-8D56-4AFC-9D19-61D2CD9153D1}" dt="2022-10-06T18:43:21.015" v="355" actId="478"/>
          <ac:spMkLst>
            <pc:docMk/>
            <pc:sldMk cId="44086360" sldId="301"/>
            <ac:spMk id="9" creationId="{C1B7BF97-F86F-44D9-AB29-B3444372AB70}"/>
          </ac:spMkLst>
        </pc:spChg>
        <pc:spChg chg="add del mod">
          <ac:chgData name="Yuriy Tomka" userId="ce5bcbea4a6ab9f5" providerId="LiveId" clId="{4F873C61-8D56-4AFC-9D19-61D2CD9153D1}" dt="2022-10-06T18:43:21.015" v="355" actId="478"/>
          <ac:spMkLst>
            <pc:docMk/>
            <pc:sldMk cId="44086360" sldId="301"/>
            <ac:spMk id="11" creationId="{979F59B2-02A9-452E-A457-074A10ADFDF1}"/>
          </ac:spMkLst>
        </pc:spChg>
        <pc:spChg chg="add mod">
          <ac:chgData name="Yuriy Tomka" userId="ce5bcbea4a6ab9f5" providerId="LiveId" clId="{4F873C61-8D56-4AFC-9D19-61D2CD9153D1}" dt="2022-10-06T18:43:25.324" v="356" actId="1076"/>
          <ac:spMkLst>
            <pc:docMk/>
            <pc:sldMk cId="44086360" sldId="301"/>
            <ac:spMk id="13" creationId="{CDCB6E85-ADB5-42DD-9C2D-666F414884FC}"/>
          </ac:spMkLst>
        </pc:spChg>
        <pc:spChg chg="add mod">
          <ac:chgData name="Yuriy Tomka" userId="ce5bcbea4a6ab9f5" providerId="LiveId" clId="{4F873C61-8D56-4AFC-9D19-61D2CD9153D1}" dt="2022-10-06T18:43:25.324" v="356" actId="1076"/>
          <ac:spMkLst>
            <pc:docMk/>
            <pc:sldMk cId="44086360" sldId="301"/>
            <ac:spMk id="15" creationId="{DBFBD623-FC7B-46C5-87F2-119104DC64B1}"/>
          </ac:spMkLst>
        </pc:spChg>
      </pc:sldChg>
      <pc:sldChg chg="add ord">
        <pc:chgData name="Yuriy Tomka" userId="ce5bcbea4a6ab9f5" providerId="LiveId" clId="{4F873C61-8D56-4AFC-9D19-61D2CD9153D1}" dt="2022-10-06T18:51:53.946" v="375"/>
        <pc:sldMkLst>
          <pc:docMk/>
          <pc:sldMk cId="67262548" sldId="302"/>
        </pc:sldMkLst>
      </pc:sldChg>
      <pc:sldChg chg="add">
        <pc:chgData name="Yuriy Tomka" userId="ce5bcbea4a6ab9f5" providerId="LiveId" clId="{4F873C61-8D56-4AFC-9D19-61D2CD9153D1}" dt="2022-10-02T19:52:28.617" v="48"/>
        <pc:sldMkLst>
          <pc:docMk/>
          <pc:sldMk cId="1526794991" sldId="303"/>
        </pc:sldMkLst>
      </pc:sldChg>
      <pc:sldChg chg="addSp modSp add mod ord">
        <pc:chgData name="Yuriy Tomka" userId="ce5bcbea4a6ab9f5" providerId="LiveId" clId="{4F873C61-8D56-4AFC-9D19-61D2CD9153D1}" dt="2022-10-07T11:18:10.659" v="432"/>
        <pc:sldMkLst>
          <pc:docMk/>
          <pc:sldMk cId="45410058" sldId="304"/>
        </pc:sldMkLst>
        <pc:spChg chg="add mod">
          <ac:chgData name="Yuriy Tomka" userId="ce5bcbea4a6ab9f5" providerId="LiveId" clId="{4F873C61-8D56-4AFC-9D19-61D2CD9153D1}" dt="2022-10-06T18:43:14.261" v="354" actId="1076"/>
          <ac:spMkLst>
            <pc:docMk/>
            <pc:sldMk cId="45410058" sldId="304"/>
            <ac:spMk id="2" creationId="{B4B8B7E3-A974-4A24-AA26-CC83F5EE5770}"/>
          </ac:spMkLst>
        </pc:spChg>
        <pc:spChg chg="add mod">
          <ac:chgData name="Yuriy Tomka" userId="ce5bcbea4a6ab9f5" providerId="LiveId" clId="{4F873C61-8D56-4AFC-9D19-61D2CD9153D1}" dt="2022-10-06T18:43:14.261" v="354" actId="1076"/>
          <ac:spMkLst>
            <pc:docMk/>
            <pc:sldMk cId="45410058" sldId="304"/>
            <ac:spMk id="3" creationId="{FB52D3B2-95F9-4265-A1BA-4CAF15012212}"/>
          </ac:spMkLst>
        </pc:spChg>
        <pc:spChg chg="add mod">
          <ac:chgData name="Yuriy Tomka" userId="ce5bcbea4a6ab9f5" providerId="LiveId" clId="{4F873C61-8D56-4AFC-9D19-61D2CD9153D1}" dt="2022-10-06T18:43:14.261" v="354" actId="1076"/>
          <ac:spMkLst>
            <pc:docMk/>
            <pc:sldMk cId="45410058" sldId="304"/>
            <ac:spMk id="4" creationId="{AE36C96C-673D-4757-A56B-A4EC729330C9}"/>
          </ac:spMkLst>
        </pc:spChg>
      </pc:sldChg>
      <pc:sldChg chg="add ord">
        <pc:chgData name="Yuriy Tomka" userId="ce5bcbea4a6ab9f5" providerId="LiveId" clId="{4F873C61-8D56-4AFC-9D19-61D2CD9153D1}" dt="2022-10-06T18:42:55.371" v="350"/>
        <pc:sldMkLst>
          <pc:docMk/>
          <pc:sldMk cId="1645523944" sldId="305"/>
        </pc:sldMkLst>
      </pc:sldChg>
      <pc:sldChg chg="addSp modSp add mod ord">
        <pc:chgData name="Yuriy Tomka" userId="ce5bcbea4a6ab9f5" providerId="LiveId" clId="{4F873C61-8D56-4AFC-9D19-61D2CD9153D1}" dt="2022-10-02T20:02:08.624" v="57"/>
        <pc:sldMkLst>
          <pc:docMk/>
          <pc:sldMk cId="3687389704" sldId="306"/>
        </pc:sldMkLst>
        <pc:picChg chg="add mod">
          <ac:chgData name="Yuriy Tomka" userId="ce5bcbea4a6ab9f5" providerId="LiveId" clId="{4F873C61-8D56-4AFC-9D19-61D2CD9153D1}" dt="2022-10-02T20:01:14.354" v="55" actId="1076"/>
          <ac:picMkLst>
            <pc:docMk/>
            <pc:sldMk cId="3687389704" sldId="306"/>
            <ac:picMk id="3" creationId="{1C8308B3-2282-45B6-BECB-18D0D0E22C34}"/>
          </ac:picMkLst>
        </pc:picChg>
      </pc:sldChg>
      <pc:sldChg chg="addSp modSp add mod ord">
        <pc:chgData name="Yuriy Tomka" userId="ce5bcbea4a6ab9f5" providerId="LiveId" clId="{4F873C61-8D56-4AFC-9D19-61D2CD9153D1}" dt="2022-10-06T18:45:27.255" v="371" actId="1076"/>
        <pc:sldMkLst>
          <pc:docMk/>
          <pc:sldMk cId="3579797641" sldId="307"/>
        </pc:sldMkLst>
        <pc:spChg chg="add mod">
          <ac:chgData name="Yuriy Tomka" userId="ce5bcbea4a6ab9f5" providerId="LiveId" clId="{4F873C61-8D56-4AFC-9D19-61D2CD9153D1}" dt="2022-10-06T18:45:18.911" v="367" actId="1076"/>
          <ac:spMkLst>
            <pc:docMk/>
            <pc:sldMk cId="3579797641" sldId="307"/>
            <ac:spMk id="3" creationId="{A92B0CE1-48B4-4122-A2A1-64A2F1E9856F}"/>
          </ac:spMkLst>
        </pc:spChg>
        <pc:spChg chg="add mod">
          <ac:chgData name="Yuriy Tomka" userId="ce5bcbea4a6ab9f5" providerId="LiveId" clId="{4F873C61-8D56-4AFC-9D19-61D2CD9153D1}" dt="2022-10-06T18:45:27.255" v="371" actId="1076"/>
          <ac:spMkLst>
            <pc:docMk/>
            <pc:sldMk cId="3579797641" sldId="307"/>
            <ac:spMk id="5" creationId="{3113D0A5-3116-42B6-8CB0-99A55937A097}"/>
          </ac:spMkLst>
        </pc:spChg>
      </pc:sldChg>
      <pc:sldChg chg="addSp modSp add mod">
        <pc:chgData name="Yuriy Tomka" userId="ce5bcbea4a6ab9f5" providerId="LiveId" clId="{4F873C61-8D56-4AFC-9D19-61D2CD9153D1}" dt="2022-10-06T19:22:27.661" v="427" actId="1076"/>
        <pc:sldMkLst>
          <pc:docMk/>
          <pc:sldMk cId="932475251" sldId="308"/>
        </pc:sldMkLst>
        <pc:spChg chg="add mod">
          <ac:chgData name="Yuriy Tomka" userId="ce5bcbea4a6ab9f5" providerId="LiveId" clId="{4F873C61-8D56-4AFC-9D19-61D2CD9153D1}" dt="2022-10-06T19:22:25.344" v="426" actId="1076"/>
          <ac:spMkLst>
            <pc:docMk/>
            <pc:sldMk cId="932475251" sldId="308"/>
            <ac:spMk id="3" creationId="{7177B6FF-D3AC-4555-979F-EDFB53C19373}"/>
          </ac:spMkLst>
        </pc:spChg>
        <pc:spChg chg="add mod">
          <ac:chgData name="Yuriy Tomka" userId="ce5bcbea4a6ab9f5" providerId="LiveId" clId="{4F873C61-8D56-4AFC-9D19-61D2CD9153D1}" dt="2022-10-06T19:22:27.661" v="427" actId="1076"/>
          <ac:spMkLst>
            <pc:docMk/>
            <pc:sldMk cId="932475251" sldId="308"/>
            <ac:spMk id="5" creationId="{51F68413-6F42-4340-B5FC-30118F2D26A8}"/>
          </ac:spMkLst>
        </pc:spChg>
        <pc:spChg chg="add mod">
          <ac:chgData name="Yuriy Tomka" userId="ce5bcbea4a6ab9f5" providerId="LiveId" clId="{4F873C61-8D56-4AFC-9D19-61D2CD9153D1}" dt="2022-10-06T19:22:21.922" v="425" actId="1076"/>
          <ac:spMkLst>
            <pc:docMk/>
            <pc:sldMk cId="932475251" sldId="308"/>
            <ac:spMk id="7" creationId="{CC78C6DA-D32F-4634-B9C6-6AED0E0790B3}"/>
          </ac:spMkLst>
        </pc:spChg>
      </pc:sldChg>
      <pc:sldChg chg="addSp modSp add mod">
        <pc:chgData name="Yuriy Tomka" userId="ce5bcbea4a6ab9f5" providerId="LiveId" clId="{4F873C61-8D56-4AFC-9D19-61D2CD9153D1}" dt="2022-10-06T19:22:53.305" v="430" actId="1076"/>
        <pc:sldMkLst>
          <pc:docMk/>
          <pc:sldMk cId="3937664552" sldId="309"/>
        </pc:sldMkLst>
        <pc:spChg chg="add mod">
          <ac:chgData name="Yuriy Tomka" userId="ce5bcbea4a6ab9f5" providerId="LiveId" clId="{4F873C61-8D56-4AFC-9D19-61D2CD9153D1}" dt="2022-10-06T19:02:26.445" v="385" actId="1076"/>
          <ac:spMkLst>
            <pc:docMk/>
            <pc:sldMk cId="3937664552" sldId="309"/>
            <ac:spMk id="3" creationId="{ED14820F-D9CA-468B-8DE3-8BC1F3B8E0FE}"/>
          </ac:spMkLst>
        </pc:spChg>
        <pc:spChg chg="add mod">
          <ac:chgData name="Yuriy Tomka" userId="ce5bcbea4a6ab9f5" providerId="LiveId" clId="{4F873C61-8D56-4AFC-9D19-61D2CD9153D1}" dt="2022-10-06T19:22:34.814" v="428" actId="1076"/>
          <ac:spMkLst>
            <pc:docMk/>
            <pc:sldMk cId="3937664552" sldId="309"/>
            <ac:spMk id="5" creationId="{3F8EA92A-52C4-4099-B8A8-4C1BD9FBD3A2}"/>
          </ac:spMkLst>
        </pc:spChg>
        <pc:spChg chg="add mod">
          <ac:chgData name="Yuriy Tomka" userId="ce5bcbea4a6ab9f5" providerId="LiveId" clId="{4F873C61-8D56-4AFC-9D19-61D2CD9153D1}" dt="2022-10-06T19:22:53.305" v="430" actId="1076"/>
          <ac:spMkLst>
            <pc:docMk/>
            <pc:sldMk cId="3937664552" sldId="309"/>
            <ac:spMk id="7" creationId="{96F30307-41C9-4257-9F6B-D438CB122E01}"/>
          </ac:spMkLst>
        </pc:spChg>
      </pc:sldChg>
      <pc:sldChg chg="add">
        <pc:chgData name="Yuriy Tomka" userId="ce5bcbea4a6ab9f5" providerId="LiveId" clId="{4F873C61-8D56-4AFC-9D19-61D2CD9153D1}" dt="2022-10-06T19:21:12.927" v="399" actId="2890"/>
        <pc:sldMkLst>
          <pc:docMk/>
          <pc:sldMk cId="3660036881" sldId="310"/>
        </pc:sldMkLst>
      </pc:sldChg>
      <pc:sldMasterChg chg="addSldLayout">
        <pc:chgData name="Yuriy Tomka" userId="ce5bcbea4a6ab9f5" providerId="LiveId" clId="{4F873C61-8D56-4AFC-9D19-61D2CD9153D1}" dt="2022-10-02T19:52:11.180" v="0" actId="680"/>
        <pc:sldMasterMkLst>
          <pc:docMk/>
          <pc:sldMasterMk cId="3824634805" sldId="2147483648"/>
        </pc:sldMasterMkLst>
        <pc:sldLayoutChg chg="add">
          <pc:chgData name="Yuriy Tomka" userId="ce5bcbea4a6ab9f5" providerId="LiveId" clId="{4F873C61-8D56-4AFC-9D19-61D2CD9153D1}" dt="2022-10-02T19:52:11.180" v="0" actId="680"/>
          <pc:sldLayoutMkLst>
            <pc:docMk/>
            <pc:sldMasterMk cId="3824634805" sldId="2147483648"/>
            <pc:sldLayoutMk cId="2866927525" sldId="2147483649"/>
          </pc:sldLayoutMkLst>
        </pc:sldLayoutChg>
      </pc:sldMasterChg>
    </pc:docChg>
  </pc:docChgLst>
  <pc:docChgLst>
    <pc:chgData name="Yuriy Tomka" userId="ce5bcbea4a6ab9f5" providerId="LiveId" clId="{7544F865-C791-4635-9099-67C1FC795CBA}"/>
    <pc:docChg chg="undo custSel addSld delSld modSld sldOrd">
      <pc:chgData name="Yuriy Tomka" userId="ce5bcbea4a6ab9f5" providerId="LiveId" clId="{7544F865-C791-4635-9099-67C1FC795CBA}" dt="2023-09-25T09:41:28.958" v="883" actId="1076"/>
      <pc:docMkLst>
        <pc:docMk/>
      </pc:docMkLst>
      <pc:sldChg chg="ord">
        <pc:chgData name="Yuriy Tomka" userId="ce5bcbea4a6ab9f5" providerId="LiveId" clId="{7544F865-C791-4635-9099-67C1FC795CBA}" dt="2023-09-24T19:22:36.409" v="283"/>
        <pc:sldMkLst>
          <pc:docMk/>
          <pc:sldMk cId="2167236177" sldId="256"/>
        </pc:sldMkLst>
      </pc:sldChg>
      <pc:sldChg chg="addSp modSp mod ord">
        <pc:chgData name="Yuriy Tomka" userId="ce5bcbea4a6ab9f5" providerId="LiveId" clId="{7544F865-C791-4635-9099-67C1FC795CBA}" dt="2023-09-24T19:25:02.474" v="414"/>
        <pc:sldMkLst>
          <pc:docMk/>
          <pc:sldMk cId="3285237676" sldId="257"/>
        </pc:sldMkLst>
        <pc:spChg chg="add mod">
          <ac:chgData name="Yuriy Tomka" userId="ce5bcbea4a6ab9f5" providerId="LiveId" clId="{7544F865-C791-4635-9099-67C1FC795CBA}" dt="2023-09-24T18:52:21.591" v="46" actId="20577"/>
          <ac:spMkLst>
            <pc:docMk/>
            <pc:sldMk cId="3285237676" sldId="257"/>
            <ac:spMk id="2" creationId="{687DC897-43D2-AA85-88B7-258552651FDB}"/>
          </ac:spMkLst>
        </pc:spChg>
      </pc:sldChg>
      <pc:sldChg chg="modSp mod">
        <pc:chgData name="Yuriy Tomka" userId="ce5bcbea4a6ab9f5" providerId="LiveId" clId="{7544F865-C791-4635-9099-67C1FC795CBA}" dt="2023-09-24T18:53:04.078" v="50" actId="1076"/>
        <pc:sldMkLst>
          <pc:docMk/>
          <pc:sldMk cId="1522651547" sldId="259"/>
        </pc:sldMkLst>
        <pc:picChg chg="mod">
          <ac:chgData name="Yuriy Tomka" userId="ce5bcbea4a6ab9f5" providerId="LiveId" clId="{7544F865-C791-4635-9099-67C1FC795CBA}" dt="2023-09-24T18:53:04.078" v="50" actId="1076"/>
          <ac:picMkLst>
            <pc:docMk/>
            <pc:sldMk cId="1522651547" sldId="259"/>
            <ac:picMk id="3" creationId="{330E56E7-49F0-4FF5-BF08-A2C3A7315139}"/>
          </ac:picMkLst>
        </pc:picChg>
      </pc:sldChg>
      <pc:sldChg chg="modSp mod">
        <pc:chgData name="Yuriy Tomka" userId="ce5bcbea4a6ab9f5" providerId="LiveId" clId="{7544F865-C791-4635-9099-67C1FC795CBA}" dt="2023-09-24T20:10:28.164" v="691" actId="1076"/>
        <pc:sldMkLst>
          <pc:docMk/>
          <pc:sldMk cId="636378824" sldId="263"/>
        </pc:sldMkLst>
        <pc:picChg chg="mod">
          <ac:chgData name="Yuriy Tomka" userId="ce5bcbea4a6ab9f5" providerId="LiveId" clId="{7544F865-C791-4635-9099-67C1FC795CBA}" dt="2023-09-24T20:10:28.164" v="691" actId="1076"/>
          <ac:picMkLst>
            <pc:docMk/>
            <pc:sldMk cId="636378824" sldId="263"/>
            <ac:picMk id="3" creationId="{BAB05F0F-8CF3-4B36-9B16-1D3183F84B8B}"/>
          </ac:picMkLst>
        </pc:picChg>
      </pc:sldChg>
      <pc:sldChg chg="modSp mod">
        <pc:chgData name="Yuriy Tomka" userId="ce5bcbea4a6ab9f5" providerId="LiveId" clId="{7544F865-C791-4635-9099-67C1FC795CBA}" dt="2023-09-24T20:10:32.591" v="694" actId="1076"/>
        <pc:sldMkLst>
          <pc:docMk/>
          <pc:sldMk cId="2995572842" sldId="264"/>
        </pc:sldMkLst>
        <pc:picChg chg="mod">
          <ac:chgData name="Yuriy Tomka" userId="ce5bcbea4a6ab9f5" providerId="LiveId" clId="{7544F865-C791-4635-9099-67C1FC795CBA}" dt="2023-09-24T20:10:32.591" v="694" actId="1076"/>
          <ac:picMkLst>
            <pc:docMk/>
            <pc:sldMk cId="2995572842" sldId="264"/>
            <ac:picMk id="2" creationId="{21E12CCC-EB6B-4B4C-86DC-F84276584FD5}"/>
          </ac:picMkLst>
        </pc:picChg>
      </pc:sldChg>
      <pc:sldChg chg="modSp mod">
        <pc:chgData name="Yuriy Tomka" userId="ce5bcbea4a6ab9f5" providerId="LiveId" clId="{7544F865-C791-4635-9099-67C1FC795CBA}" dt="2023-09-24T20:10:49.917" v="695" actId="1076"/>
        <pc:sldMkLst>
          <pc:docMk/>
          <pc:sldMk cId="2413681656" sldId="271"/>
        </pc:sldMkLst>
        <pc:picChg chg="mod">
          <ac:chgData name="Yuriy Tomka" userId="ce5bcbea4a6ab9f5" providerId="LiveId" clId="{7544F865-C791-4635-9099-67C1FC795CBA}" dt="2023-09-24T20:10:49.917" v="695" actId="1076"/>
          <ac:picMkLst>
            <pc:docMk/>
            <pc:sldMk cId="2413681656" sldId="271"/>
            <ac:picMk id="5" creationId="{BEAC6C4C-571C-4644-B2EE-87426CBC5CCC}"/>
          </ac:picMkLst>
        </pc:picChg>
      </pc:sldChg>
      <pc:sldChg chg="modSp mod">
        <pc:chgData name="Yuriy Tomka" userId="ce5bcbea4a6ab9f5" providerId="LiveId" clId="{7544F865-C791-4635-9099-67C1FC795CBA}" dt="2023-09-24T20:10:56.531" v="698" actId="1076"/>
        <pc:sldMkLst>
          <pc:docMk/>
          <pc:sldMk cId="2062118160" sldId="273"/>
        </pc:sldMkLst>
        <pc:picChg chg="mod">
          <ac:chgData name="Yuriy Tomka" userId="ce5bcbea4a6ab9f5" providerId="LiveId" clId="{7544F865-C791-4635-9099-67C1FC795CBA}" dt="2023-09-24T20:10:56.531" v="698" actId="1076"/>
          <ac:picMkLst>
            <pc:docMk/>
            <pc:sldMk cId="2062118160" sldId="273"/>
            <ac:picMk id="3" creationId="{9A7F13AE-E59A-4411-8C4D-525E88CE9720}"/>
          </ac:picMkLst>
        </pc:picChg>
      </pc:sldChg>
      <pc:sldChg chg="modSp mod">
        <pc:chgData name="Yuriy Tomka" userId="ce5bcbea4a6ab9f5" providerId="LiveId" clId="{7544F865-C791-4635-9099-67C1FC795CBA}" dt="2023-09-24T20:11:03.936" v="699" actId="1076"/>
        <pc:sldMkLst>
          <pc:docMk/>
          <pc:sldMk cId="2642578862" sldId="278"/>
        </pc:sldMkLst>
        <pc:picChg chg="mod">
          <ac:chgData name="Yuriy Tomka" userId="ce5bcbea4a6ab9f5" providerId="LiveId" clId="{7544F865-C791-4635-9099-67C1FC795CBA}" dt="2023-09-24T20:11:03.936" v="699" actId="1076"/>
          <ac:picMkLst>
            <pc:docMk/>
            <pc:sldMk cId="2642578862" sldId="278"/>
            <ac:picMk id="3" creationId="{A163F84F-D2F2-4466-A232-BB89A8C3B2C6}"/>
          </ac:picMkLst>
        </pc:picChg>
      </pc:sldChg>
      <pc:sldChg chg="del">
        <pc:chgData name="Yuriy Tomka" userId="ce5bcbea4a6ab9f5" providerId="LiveId" clId="{7544F865-C791-4635-9099-67C1FC795CBA}" dt="2023-09-24T20:16:58.562" v="873" actId="47"/>
        <pc:sldMkLst>
          <pc:docMk/>
          <pc:sldMk cId="2825384319" sldId="282"/>
        </pc:sldMkLst>
      </pc:sldChg>
      <pc:sldChg chg="modSp mod">
        <pc:chgData name="Yuriy Tomka" userId="ce5bcbea4a6ab9f5" providerId="LiveId" clId="{7544F865-C791-4635-9099-67C1FC795CBA}" dt="2023-09-25T06:52:30.798" v="876" actId="1076"/>
        <pc:sldMkLst>
          <pc:docMk/>
          <pc:sldMk cId="4232673815" sldId="293"/>
        </pc:sldMkLst>
        <pc:picChg chg="mod">
          <ac:chgData name="Yuriy Tomka" userId="ce5bcbea4a6ab9f5" providerId="LiveId" clId="{7544F865-C791-4635-9099-67C1FC795CBA}" dt="2023-09-25T06:52:30.798" v="876" actId="1076"/>
          <ac:picMkLst>
            <pc:docMk/>
            <pc:sldMk cId="4232673815" sldId="293"/>
            <ac:picMk id="5" creationId="{CB6008E0-F45E-486C-B6B0-7EAE668AC759}"/>
          </ac:picMkLst>
        </pc:picChg>
        <pc:picChg chg="mod">
          <ac:chgData name="Yuriy Tomka" userId="ce5bcbea4a6ab9f5" providerId="LiveId" clId="{7544F865-C791-4635-9099-67C1FC795CBA}" dt="2023-09-25T06:52:29.281" v="875" actId="1076"/>
          <ac:picMkLst>
            <pc:docMk/>
            <pc:sldMk cId="4232673815" sldId="293"/>
            <ac:picMk id="7" creationId="{83C819D3-DEE1-4617-A218-B6347D249539}"/>
          </ac:picMkLst>
        </pc:picChg>
      </pc:sldChg>
      <pc:sldChg chg="modSp mod">
        <pc:chgData name="Yuriy Tomka" userId="ce5bcbea4a6ab9f5" providerId="LiveId" clId="{7544F865-C791-4635-9099-67C1FC795CBA}" dt="2023-09-24T20:14:13.177" v="780" actId="1076"/>
        <pc:sldMkLst>
          <pc:docMk/>
          <pc:sldMk cId="3340181571" sldId="296"/>
        </pc:sldMkLst>
        <pc:picChg chg="mod">
          <ac:chgData name="Yuriy Tomka" userId="ce5bcbea4a6ab9f5" providerId="LiveId" clId="{7544F865-C791-4635-9099-67C1FC795CBA}" dt="2023-09-24T20:14:13.177" v="780" actId="1076"/>
          <ac:picMkLst>
            <pc:docMk/>
            <pc:sldMk cId="3340181571" sldId="296"/>
            <ac:picMk id="3" creationId="{EDB04108-1D4F-48F8-816C-DB44C4654781}"/>
          </ac:picMkLst>
        </pc:picChg>
      </pc:sldChg>
      <pc:sldChg chg="modSp mod">
        <pc:chgData name="Yuriy Tomka" userId="ce5bcbea4a6ab9f5" providerId="LiveId" clId="{7544F865-C791-4635-9099-67C1FC795CBA}" dt="2023-09-24T20:13:32.503" v="776" actId="1076"/>
        <pc:sldMkLst>
          <pc:docMk/>
          <pc:sldMk cId="2911635243" sldId="299"/>
        </pc:sldMkLst>
        <pc:picChg chg="mod">
          <ac:chgData name="Yuriy Tomka" userId="ce5bcbea4a6ab9f5" providerId="LiveId" clId="{7544F865-C791-4635-9099-67C1FC795CBA}" dt="2023-09-24T20:13:32.503" v="776" actId="1076"/>
          <ac:picMkLst>
            <pc:docMk/>
            <pc:sldMk cId="2911635243" sldId="299"/>
            <ac:picMk id="3" creationId="{EA194FE3-C6A1-447A-99BD-B350EEA02821}"/>
          </ac:picMkLst>
        </pc:picChg>
      </pc:sldChg>
      <pc:sldChg chg="modSp mod">
        <pc:chgData name="Yuriy Tomka" userId="ce5bcbea4a6ab9f5" providerId="LiveId" clId="{7544F865-C791-4635-9099-67C1FC795CBA}" dt="2023-09-24T20:12:33.351" v="751" actId="1076"/>
        <pc:sldMkLst>
          <pc:docMk/>
          <pc:sldMk cId="44086360" sldId="301"/>
        </pc:sldMkLst>
        <pc:spChg chg="mod">
          <ac:chgData name="Yuriy Tomka" userId="ce5bcbea4a6ab9f5" providerId="LiveId" clId="{7544F865-C791-4635-9099-67C1FC795CBA}" dt="2023-09-24T20:12:33.351" v="751" actId="1076"/>
          <ac:spMkLst>
            <pc:docMk/>
            <pc:sldMk cId="44086360" sldId="301"/>
            <ac:spMk id="7" creationId="{8F59267E-1408-4D87-9E44-58150AC1F40B}"/>
          </ac:spMkLst>
        </pc:spChg>
        <pc:spChg chg="mod">
          <ac:chgData name="Yuriy Tomka" userId="ce5bcbea4a6ab9f5" providerId="LiveId" clId="{7544F865-C791-4635-9099-67C1FC795CBA}" dt="2023-09-24T20:12:08.086" v="713" actId="1076"/>
          <ac:spMkLst>
            <pc:docMk/>
            <pc:sldMk cId="44086360" sldId="301"/>
            <ac:spMk id="13" creationId="{CDCB6E85-ADB5-42DD-9C2D-666F414884FC}"/>
          </ac:spMkLst>
        </pc:spChg>
      </pc:sldChg>
      <pc:sldChg chg="addSp modSp mod">
        <pc:chgData name="Yuriy Tomka" userId="ce5bcbea4a6ab9f5" providerId="LiveId" clId="{7544F865-C791-4635-9099-67C1FC795CBA}" dt="2023-09-24T20:16:53.106" v="872" actId="20577"/>
        <pc:sldMkLst>
          <pc:docMk/>
          <pc:sldMk cId="67262548" sldId="302"/>
        </pc:sldMkLst>
        <pc:spChg chg="add mod">
          <ac:chgData name="Yuriy Tomka" userId="ce5bcbea4a6ab9f5" providerId="LiveId" clId="{7544F865-C791-4635-9099-67C1FC795CBA}" dt="2023-09-24T20:16:53.106" v="872" actId="20577"/>
          <ac:spMkLst>
            <pc:docMk/>
            <pc:sldMk cId="67262548" sldId="302"/>
            <ac:spMk id="3" creationId="{E049C891-1BBF-6C5C-B914-6A5864FF0B42}"/>
          </ac:spMkLst>
        </pc:spChg>
      </pc:sldChg>
      <pc:sldChg chg="addSp modSp mod">
        <pc:chgData name="Yuriy Tomka" userId="ce5bcbea4a6ab9f5" providerId="LiveId" clId="{7544F865-C791-4635-9099-67C1FC795CBA}" dt="2023-09-24T20:13:21.623" v="773" actId="962"/>
        <pc:sldMkLst>
          <pc:docMk/>
          <pc:sldMk cId="1526794991" sldId="303"/>
        </pc:sldMkLst>
        <pc:picChg chg="add mod">
          <ac:chgData name="Yuriy Tomka" userId="ce5bcbea4a6ab9f5" providerId="LiveId" clId="{7544F865-C791-4635-9099-67C1FC795CBA}" dt="2023-09-24T20:13:21.623" v="773" actId="962"/>
          <ac:picMkLst>
            <pc:docMk/>
            <pc:sldMk cId="1526794991" sldId="303"/>
            <ac:picMk id="3" creationId="{13F647D4-A926-8EC3-BD22-656B950C7411}"/>
          </ac:picMkLst>
        </pc:picChg>
      </pc:sldChg>
      <pc:sldChg chg="modSp mod">
        <pc:chgData name="Yuriy Tomka" userId="ce5bcbea4a6ab9f5" providerId="LiveId" clId="{7544F865-C791-4635-9099-67C1FC795CBA}" dt="2023-09-24T20:12:49.746" v="761" actId="1076"/>
        <pc:sldMkLst>
          <pc:docMk/>
          <pc:sldMk cId="45410058" sldId="304"/>
        </pc:sldMkLst>
        <pc:spChg chg="mod">
          <ac:chgData name="Yuriy Tomka" userId="ce5bcbea4a6ab9f5" providerId="LiveId" clId="{7544F865-C791-4635-9099-67C1FC795CBA}" dt="2023-09-24T20:12:45.108" v="759" actId="1076"/>
          <ac:spMkLst>
            <pc:docMk/>
            <pc:sldMk cId="45410058" sldId="304"/>
            <ac:spMk id="3" creationId="{FB52D3B2-95F9-4265-A1BA-4CAF15012212}"/>
          </ac:spMkLst>
        </pc:spChg>
        <pc:spChg chg="mod">
          <ac:chgData name="Yuriy Tomka" userId="ce5bcbea4a6ab9f5" providerId="LiveId" clId="{7544F865-C791-4635-9099-67C1FC795CBA}" dt="2023-09-24T20:12:49.746" v="761" actId="1076"/>
          <ac:spMkLst>
            <pc:docMk/>
            <pc:sldMk cId="45410058" sldId="304"/>
            <ac:spMk id="4" creationId="{AE36C96C-673D-4757-A56B-A4EC729330C9}"/>
          </ac:spMkLst>
        </pc:spChg>
      </pc:sldChg>
      <pc:sldChg chg="del">
        <pc:chgData name="Yuriy Tomka" userId="ce5bcbea4a6ab9f5" providerId="LiveId" clId="{7544F865-C791-4635-9099-67C1FC795CBA}" dt="2023-09-24T20:15:08.138" v="795" actId="47"/>
        <pc:sldMkLst>
          <pc:docMk/>
          <pc:sldMk cId="1645523944" sldId="305"/>
        </pc:sldMkLst>
      </pc:sldChg>
      <pc:sldChg chg="modSp mod ord">
        <pc:chgData name="Yuriy Tomka" userId="ce5bcbea4a6ab9f5" providerId="LiveId" clId="{7544F865-C791-4635-9099-67C1FC795CBA}" dt="2023-09-24T19:22:03.521" v="271"/>
        <pc:sldMkLst>
          <pc:docMk/>
          <pc:sldMk cId="3687389704" sldId="306"/>
        </pc:sldMkLst>
        <pc:picChg chg="mod">
          <ac:chgData name="Yuriy Tomka" userId="ce5bcbea4a6ab9f5" providerId="LiveId" clId="{7544F865-C791-4635-9099-67C1FC795CBA}" dt="2023-09-24T18:51:38.914" v="31" actId="14100"/>
          <ac:picMkLst>
            <pc:docMk/>
            <pc:sldMk cId="3687389704" sldId="306"/>
            <ac:picMk id="3" creationId="{1C8308B3-2282-45B6-BECB-18D0D0E22C34}"/>
          </ac:picMkLst>
        </pc:picChg>
      </pc:sldChg>
      <pc:sldChg chg="addSp modSp mod">
        <pc:chgData name="Yuriy Tomka" userId="ce5bcbea4a6ab9f5" providerId="LiveId" clId="{7544F865-C791-4635-9099-67C1FC795CBA}" dt="2023-09-24T20:13:09.048" v="770" actId="1076"/>
        <pc:sldMkLst>
          <pc:docMk/>
          <pc:sldMk cId="3579797641" sldId="307"/>
        </pc:sldMkLst>
        <pc:spChg chg="add mod">
          <ac:chgData name="Yuriy Tomka" userId="ce5bcbea4a6ab9f5" providerId="LiveId" clId="{7544F865-C791-4635-9099-67C1FC795CBA}" dt="2023-09-24T20:13:09.048" v="770" actId="1076"/>
          <ac:spMkLst>
            <pc:docMk/>
            <pc:sldMk cId="3579797641" sldId="307"/>
            <ac:spMk id="2" creationId="{86777C04-6EFF-80DD-AD3F-92906145D794}"/>
          </ac:spMkLst>
        </pc:spChg>
      </pc:sldChg>
      <pc:sldChg chg="modSp mod">
        <pc:chgData name="Yuriy Tomka" userId="ce5bcbea4a6ab9f5" providerId="LiveId" clId="{7544F865-C791-4635-9099-67C1FC795CBA}" dt="2023-09-24T20:11:25.983" v="711" actId="1076"/>
        <pc:sldMkLst>
          <pc:docMk/>
          <pc:sldMk cId="3937664552" sldId="309"/>
        </pc:sldMkLst>
        <pc:spChg chg="mod">
          <ac:chgData name="Yuriy Tomka" userId="ce5bcbea4a6ab9f5" providerId="LiveId" clId="{7544F865-C791-4635-9099-67C1FC795CBA}" dt="2023-09-24T20:11:25.983" v="711" actId="1076"/>
          <ac:spMkLst>
            <pc:docMk/>
            <pc:sldMk cId="3937664552" sldId="309"/>
            <ac:spMk id="7" creationId="{96F30307-41C9-4257-9F6B-D438CB122E01}"/>
          </ac:spMkLst>
        </pc:spChg>
      </pc:sldChg>
      <pc:sldChg chg="del">
        <pc:chgData name="Yuriy Tomka" userId="ce5bcbea4a6ab9f5" providerId="LiveId" clId="{7544F865-C791-4635-9099-67C1FC795CBA}" dt="2023-09-24T20:15:28.859" v="815" actId="47"/>
        <pc:sldMkLst>
          <pc:docMk/>
          <pc:sldMk cId="3660036881" sldId="310"/>
        </pc:sldMkLst>
      </pc:sldChg>
      <pc:sldChg chg="modSp add mod ord">
        <pc:chgData name="Yuriy Tomka" userId="ce5bcbea4a6ab9f5" providerId="LiveId" clId="{7544F865-C791-4635-9099-67C1FC795CBA}" dt="2023-09-24T18:51:33.100" v="29" actId="20577"/>
        <pc:sldMkLst>
          <pc:docMk/>
          <pc:sldMk cId="3376354296" sldId="311"/>
        </pc:sldMkLst>
        <pc:spChg chg="mod">
          <ac:chgData name="Yuriy Tomka" userId="ce5bcbea4a6ab9f5" providerId="LiveId" clId="{7544F865-C791-4635-9099-67C1FC795CBA}" dt="2023-09-24T18:51:33.100" v="29" actId="20577"/>
          <ac:spMkLst>
            <pc:docMk/>
            <pc:sldMk cId="3376354296" sldId="311"/>
            <ac:spMk id="3" creationId="{CA06429F-2FA8-9E2C-28F8-253DD54F3139}"/>
          </ac:spMkLst>
        </pc:spChg>
        <pc:spChg chg="mod">
          <ac:chgData name="Yuriy Tomka" userId="ce5bcbea4a6ab9f5" providerId="LiveId" clId="{7544F865-C791-4635-9099-67C1FC795CBA}" dt="2023-09-24T18:51:22.777" v="5" actId="20577"/>
          <ac:spMkLst>
            <pc:docMk/>
            <pc:sldMk cId="3376354296" sldId="311"/>
            <ac:spMk id="4" creationId="{7F92F2E0-633C-F4E7-A0B1-5C4D4DC7DD9A}"/>
          </ac:spMkLst>
        </pc:spChg>
      </pc:sldChg>
      <pc:sldChg chg="addSp delSp modSp add mod">
        <pc:chgData name="Yuriy Tomka" userId="ce5bcbea4a6ab9f5" providerId="LiveId" clId="{7544F865-C791-4635-9099-67C1FC795CBA}" dt="2023-09-24T18:59:23.086" v="85"/>
        <pc:sldMkLst>
          <pc:docMk/>
          <pc:sldMk cId="3343368323" sldId="312"/>
        </pc:sldMkLst>
        <pc:spChg chg="add mod">
          <ac:chgData name="Yuriy Tomka" userId="ce5bcbea4a6ab9f5" providerId="LiveId" clId="{7544F865-C791-4635-9099-67C1FC795CBA}" dt="2023-09-24T18:59:20.839" v="83" actId="1076"/>
          <ac:spMkLst>
            <pc:docMk/>
            <pc:sldMk cId="3343368323" sldId="312"/>
            <ac:spMk id="8" creationId="{BC9E177C-1F3B-27BE-F67A-39590AE4F831}"/>
          </ac:spMkLst>
        </pc:spChg>
        <pc:spChg chg="add mod">
          <ac:chgData name="Yuriy Tomka" userId="ce5bcbea4a6ab9f5" providerId="LiveId" clId="{7544F865-C791-4635-9099-67C1FC795CBA}" dt="2023-09-24T18:59:23.086" v="85"/>
          <ac:spMkLst>
            <pc:docMk/>
            <pc:sldMk cId="3343368323" sldId="312"/>
            <ac:spMk id="9" creationId="{30060BA1-84D3-6DA6-6243-1B27C72B6FB8}"/>
          </ac:spMkLst>
        </pc:spChg>
        <pc:picChg chg="del">
          <ac:chgData name="Yuriy Tomka" userId="ce5bcbea4a6ab9f5" providerId="LiveId" clId="{7544F865-C791-4635-9099-67C1FC795CBA}" dt="2023-09-24T18:56:42.852" v="52" actId="478"/>
          <ac:picMkLst>
            <pc:docMk/>
            <pc:sldMk cId="3343368323" sldId="312"/>
            <ac:picMk id="3" creationId="{1C8308B3-2282-45B6-BECB-18D0D0E22C34}"/>
          </ac:picMkLst>
        </pc:picChg>
        <pc:picChg chg="add del mod">
          <ac:chgData name="Yuriy Tomka" userId="ce5bcbea4a6ab9f5" providerId="LiveId" clId="{7544F865-C791-4635-9099-67C1FC795CBA}" dt="2023-09-24T18:57:53.836" v="78" actId="478"/>
          <ac:picMkLst>
            <pc:docMk/>
            <pc:sldMk cId="3343368323" sldId="312"/>
            <ac:picMk id="4" creationId="{51B56FF7-E7C8-5B1B-2C71-18E0C2D28B30}"/>
          </ac:picMkLst>
        </pc:picChg>
        <pc:picChg chg="add mod">
          <ac:chgData name="Yuriy Tomka" userId="ce5bcbea4a6ab9f5" providerId="LiveId" clId="{7544F865-C791-4635-9099-67C1FC795CBA}" dt="2023-09-24T18:59:17.480" v="82" actId="1076"/>
          <ac:picMkLst>
            <pc:docMk/>
            <pc:sldMk cId="3343368323" sldId="312"/>
            <ac:picMk id="6" creationId="{2B7D00B8-5702-2C80-B7CD-8C8B27A228B9}"/>
          </ac:picMkLst>
        </pc:picChg>
      </pc:sldChg>
      <pc:sldChg chg="addSp delSp modSp add mod">
        <pc:chgData name="Yuriy Tomka" userId="ce5bcbea4a6ab9f5" providerId="LiveId" clId="{7544F865-C791-4635-9099-67C1FC795CBA}" dt="2023-09-24T19:01:53.618" v="106" actId="1076"/>
        <pc:sldMkLst>
          <pc:docMk/>
          <pc:sldMk cId="3022078194" sldId="313"/>
        </pc:sldMkLst>
        <pc:spChg chg="add del">
          <ac:chgData name="Yuriy Tomka" userId="ce5bcbea4a6ab9f5" providerId="LiveId" clId="{7544F865-C791-4635-9099-67C1FC795CBA}" dt="2023-09-24T19:00:26.097" v="87" actId="22"/>
          <ac:spMkLst>
            <pc:docMk/>
            <pc:sldMk cId="3022078194" sldId="313"/>
            <ac:spMk id="3" creationId="{F24D4A0B-AE17-BFA3-4496-5E86C210337B}"/>
          </ac:spMkLst>
        </pc:spChg>
        <pc:spChg chg="add mod">
          <ac:chgData name="Yuriy Tomka" userId="ce5bcbea4a6ab9f5" providerId="LiveId" clId="{7544F865-C791-4635-9099-67C1FC795CBA}" dt="2023-09-24T19:01:53.618" v="106" actId="1076"/>
          <ac:spMkLst>
            <pc:docMk/>
            <pc:sldMk cId="3022078194" sldId="313"/>
            <ac:spMk id="5" creationId="{43BF3CF9-F5A7-32F4-263A-75A032ED5CC3}"/>
          </ac:spMkLst>
        </pc:spChg>
        <pc:picChg chg="add mod modCrop">
          <ac:chgData name="Yuriy Tomka" userId="ce5bcbea4a6ab9f5" providerId="LiveId" clId="{7544F865-C791-4635-9099-67C1FC795CBA}" dt="2023-09-24T19:01:53.127" v="105" actId="1076"/>
          <ac:picMkLst>
            <pc:docMk/>
            <pc:sldMk cId="3022078194" sldId="313"/>
            <ac:picMk id="7" creationId="{06578A39-1802-3148-8FE2-9910232EA627}"/>
          </ac:picMkLst>
        </pc:picChg>
        <pc:picChg chg="add del mod">
          <ac:chgData name="Yuriy Tomka" userId="ce5bcbea4a6ab9f5" providerId="LiveId" clId="{7544F865-C791-4635-9099-67C1FC795CBA}" dt="2023-09-24T19:01:38.281" v="99" actId="478"/>
          <ac:picMkLst>
            <pc:docMk/>
            <pc:sldMk cId="3022078194" sldId="313"/>
            <ac:picMk id="9" creationId="{3AFE33F9-12EF-60B7-BD03-3C296D10A9EC}"/>
          </ac:picMkLst>
        </pc:picChg>
      </pc:sldChg>
      <pc:sldChg chg="addSp modSp add mod">
        <pc:chgData name="Yuriy Tomka" userId="ce5bcbea4a6ab9f5" providerId="LiveId" clId="{7544F865-C791-4635-9099-67C1FC795CBA}" dt="2023-09-24T19:01:44.487" v="103" actId="1076"/>
        <pc:sldMkLst>
          <pc:docMk/>
          <pc:sldMk cId="2419631655" sldId="314"/>
        </pc:sldMkLst>
        <pc:picChg chg="add mod">
          <ac:chgData name="Yuriy Tomka" userId="ce5bcbea4a6ab9f5" providerId="LiveId" clId="{7544F865-C791-4635-9099-67C1FC795CBA}" dt="2023-09-24T19:01:44.487" v="103" actId="1076"/>
          <ac:picMkLst>
            <pc:docMk/>
            <pc:sldMk cId="2419631655" sldId="314"/>
            <ac:picMk id="2" creationId="{33E2EB15-A39E-9485-A114-9F7B4BBF3118}"/>
          </ac:picMkLst>
        </pc:picChg>
      </pc:sldChg>
      <pc:sldChg chg="addSp modSp add mod ord">
        <pc:chgData name="Yuriy Tomka" userId="ce5bcbea4a6ab9f5" providerId="LiveId" clId="{7544F865-C791-4635-9099-67C1FC795CBA}" dt="2023-09-24T19:04:28.139" v="121"/>
        <pc:sldMkLst>
          <pc:docMk/>
          <pc:sldMk cId="3393089915" sldId="315"/>
        </pc:sldMkLst>
        <pc:picChg chg="add mod">
          <ac:chgData name="Yuriy Tomka" userId="ce5bcbea4a6ab9f5" providerId="LiveId" clId="{7544F865-C791-4635-9099-67C1FC795CBA}" dt="2023-09-24T19:03:09.017" v="108" actId="1076"/>
          <ac:picMkLst>
            <pc:docMk/>
            <pc:sldMk cId="3393089915" sldId="315"/>
            <ac:picMk id="3" creationId="{4CE0812F-6DAF-05B5-E1CD-D7452F1E2569}"/>
          </ac:picMkLst>
        </pc:picChg>
        <pc:picChg chg="add mod">
          <ac:chgData name="Yuriy Tomka" userId="ce5bcbea4a6ab9f5" providerId="LiveId" clId="{7544F865-C791-4635-9099-67C1FC795CBA}" dt="2023-09-24T19:03:23.994" v="117" actId="1076"/>
          <ac:picMkLst>
            <pc:docMk/>
            <pc:sldMk cId="3393089915" sldId="315"/>
            <ac:picMk id="5" creationId="{B446250A-0D0F-09C2-5587-98F23943D602}"/>
          </ac:picMkLst>
        </pc:picChg>
      </pc:sldChg>
      <pc:sldChg chg="addSp modSp add mod">
        <pc:chgData name="Yuriy Tomka" userId="ce5bcbea4a6ab9f5" providerId="LiveId" clId="{7544F865-C791-4635-9099-67C1FC795CBA}" dt="2023-09-25T09:41:28.958" v="883" actId="1076"/>
        <pc:sldMkLst>
          <pc:docMk/>
          <pc:sldMk cId="1042909643" sldId="316"/>
        </pc:sldMkLst>
        <pc:picChg chg="add mod">
          <ac:chgData name="Yuriy Tomka" userId="ce5bcbea4a6ab9f5" providerId="LiveId" clId="{7544F865-C791-4635-9099-67C1FC795CBA}" dt="2023-09-25T09:41:28.958" v="883" actId="1076"/>
          <ac:picMkLst>
            <pc:docMk/>
            <pc:sldMk cId="1042909643" sldId="316"/>
            <ac:picMk id="3" creationId="{3535B458-3F5D-4C17-496E-A3BB58F1F51D}"/>
          </ac:picMkLst>
        </pc:picChg>
      </pc:sldChg>
      <pc:sldChg chg="addSp modSp add mod">
        <pc:chgData name="Yuriy Tomka" userId="ce5bcbea4a6ab9f5" providerId="LiveId" clId="{7544F865-C791-4635-9099-67C1FC795CBA}" dt="2023-09-25T09:35:19.431" v="882" actId="1076"/>
        <pc:sldMkLst>
          <pc:docMk/>
          <pc:sldMk cId="3594084581" sldId="317"/>
        </pc:sldMkLst>
        <pc:picChg chg="add mod">
          <ac:chgData name="Yuriy Tomka" userId="ce5bcbea4a6ab9f5" providerId="LiveId" clId="{7544F865-C791-4635-9099-67C1FC795CBA}" dt="2023-09-24T19:05:22.722" v="126" actId="1076"/>
          <ac:picMkLst>
            <pc:docMk/>
            <pc:sldMk cId="3594084581" sldId="317"/>
            <ac:picMk id="3" creationId="{7DD63DA1-9A0A-1E8E-2E73-A9FCB09CC9D0}"/>
          </ac:picMkLst>
        </pc:picChg>
        <pc:picChg chg="add mod">
          <ac:chgData name="Yuriy Tomka" userId="ce5bcbea4a6ab9f5" providerId="LiveId" clId="{7544F865-C791-4635-9099-67C1FC795CBA}" dt="2023-09-25T09:35:19.431" v="882" actId="1076"/>
          <ac:picMkLst>
            <pc:docMk/>
            <pc:sldMk cId="3594084581" sldId="317"/>
            <ac:picMk id="5" creationId="{0A8D8B65-81A7-9508-F5CC-CEB69AEB64E5}"/>
          </ac:picMkLst>
        </pc:picChg>
      </pc:sldChg>
      <pc:sldChg chg="addSp modSp add mod">
        <pc:chgData name="Yuriy Tomka" userId="ce5bcbea4a6ab9f5" providerId="LiveId" clId="{7544F865-C791-4635-9099-67C1FC795CBA}" dt="2023-09-24T19:06:37.264" v="135" actId="1076"/>
        <pc:sldMkLst>
          <pc:docMk/>
          <pc:sldMk cId="988383074" sldId="318"/>
        </pc:sldMkLst>
        <pc:picChg chg="add mod">
          <ac:chgData name="Yuriy Tomka" userId="ce5bcbea4a6ab9f5" providerId="LiveId" clId="{7544F865-C791-4635-9099-67C1FC795CBA}" dt="2023-09-24T19:06:37.264" v="135" actId="1076"/>
          <ac:picMkLst>
            <pc:docMk/>
            <pc:sldMk cId="988383074" sldId="318"/>
            <ac:picMk id="3" creationId="{DB5CC075-7D85-BC04-15D8-94564EF77454}"/>
          </ac:picMkLst>
        </pc:picChg>
      </pc:sldChg>
      <pc:sldChg chg="addSp modSp add mod">
        <pc:chgData name="Yuriy Tomka" userId="ce5bcbea4a6ab9f5" providerId="LiveId" clId="{7544F865-C791-4635-9099-67C1FC795CBA}" dt="2023-09-24T19:07:33.353" v="138" actId="14100"/>
        <pc:sldMkLst>
          <pc:docMk/>
          <pc:sldMk cId="1533075931" sldId="319"/>
        </pc:sldMkLst>
        <pc:picChg chg="add mod">
          <ac:chgData name="Yuriy Tomka" userId="ce5bcbea4a6ab9f5" providerId="LiveId" clId="{7544F865-C791-4635-9099-67C1FC795CBA}" dt="2023-09-24T19:07:33.353" v="138" actId="14100"/>
          <ac:picMkLst>
            <pc:docMk/>
            <pc:sldMk cId="1533075931" sldId="319"/>
            <ac:picMk id="3" creationId="{715D2597-B8BB-976E-E694-ACFFB2180AB5}"/>
          </ac:picMkLst>
        </pc:picChg>
      </pc:sldChg>
      <pc:sldChg chg="addSp modSp add mod">
        <pc:chgData name="Yuriy Tomka" userId="ce5bcbea4a6ab9f5" providerId="LiveId" clId="{7544F865-C791-4635-9099-67C1FC795CBA}" dt="2023-09-24T19:08:26.148" v="151" actId="14100"/>
        <pc:sldMkLst>
          <pc:docMk/>
          <pc:sldMk cId="4091399868" sldId="320"/>
        </pc:sldMkLst>
        <pc:picChg chg="add mod">
          <ac:chgData name="Yuriy Tomka" userId="ce5bcbea4a6ab9f5" providerId="LiveId" clId="{7544F865-C791-4635-9099-67C1FC795CBA}" dt="2023-09-24T19:08:17.900" v="147" actId="1076"/>
          <ac:picMkLst>
            <pc:docMk/>
            <pc:sldMk cId="4091399868" sldId="320"/>
            <ac:picMk id="3" creationId="{242D35C1-22FF-77A9-DEB0-D381FDF797B9}"/>
          </ac:picMkLst>
        </pc:picChg>
        <pc:picChg chg="add mod">
          <ac:chgData name="Yuriy Tomka" userId="ce5bcbea4a6ab9f5" providerId="LiveId" clId="{7544F865-C791-4635-9099-67C1FC795CBA}" dt="2023-09-24T19:08:26.148" v="151" actId="14100"/>
          <ac:picMkLst>
            <pc:docMk/>
            <pc:sldMk cId="4091399868" sldId="320"/>
            <ac:picMk id="5" creationId="{69A67085-C78B-3058-8E3C-8442CFD36E06}"/>
          </ac:picMkLst>
        </pc:picChg>
      </pc:sldChg>
      <pc:sldChg chg="addSp modSp add mod">
        <pc:chgData name="Yuriy Tomka" userId="ce5bcbea4a6ab9f5" providerId="LiveId" clId="{7544F865-C791-4635-9099-67C1FC795CBA}" dt="2023-09-24T19:09:39.330" v="156" actId="1076"/>
        <pc:sldMkLst>
          <pc:docMk/>
          <pc:sldMk cId="551103553" sldId="321"/>
        </pc:sldMkLst>
        <pc:picChg chg="add mod">
          <ac:chgData name="Yuriy Tomka" userId="ce5bcbea4a6ab9f5" providerId="LiveId" clId="{7544F865-C791-4635-9099-67C1FC795CBA}" dt="2023-09-24T19:09:39.330" v="156" actId="1076"/>
          <ac:picMkLst>
            <pc:docMk/>
            <pc:sldMk cId="551103553" sldId="321"/>
            <ac:picMk id="3" creationId="{0FF5CA84-8693-E623-9903-3EDEFDEAB1D2}"/>
          </ac:picMkLst>
        </pc:picChg>
      </pc:sldChg>
      <pc:sldChg chg="addSp modSp add mod">
        <pc:chgData name="Yuriy Tomka" userId="ce5bcbea4a6ab9f5" providerId="LiveId" clId="{7544F865-C791-4635-9099-67C1FC795CBA}" dt="2023-09-24T19:10:49.695" v="160" actId="1076"/>
        <pc:sldMkLst>
          <pc:docMk/>
          <pc:sldMk cId="1198537815" sldId="322"/>
        </pc:sldMkLst>
        <pc:picChg chg="add mod">
          <ac:chgData name="Yuriy Tomka" userId="ce5bcbea4a6ab9f5" providerId="LiveId" clId="{7544F865-C791-4635-9099-67C1FC795CBA}" dt="2023-09-24T19:10:49.695" v="160" actId="1076"/>
          <ac:picMkLst>
            <pc:docMk/>
            <pc:sldMk cId="1198537815" sldId="322"/>
            <ac:picMk id="3" creationId="{8F24888C-2732-3A3B-D5DE-8520937FEFF2}"/>
          </ac:picMkLst>
        </pc:picChg>
      </pc:sldChg>
      <pc:sldChg chg="addSp modSp add mod">
        <pc:chgData name="Yuriy Tomka" userId="ce5bcbea4a6ab9f5" providerId="LiveId" clId="{7544F865-C791-4635-9099-67C1FC795CBA}" dt="2023-09-24T19:10:56.815" v="167" actId="1076"/>
        <pc:sldMkLst>
          <pc:docMk/>
          <pc:sldMk cId="2175521204" sldId="323"/>
        </pc:sldMkLst>
        <pc:picChg chg="add mod">
          <ac:chgData name="Yuriy Tomka" userId="ce5bcbea4a6ab9f5" providerId="LiveId" clId="{7544F865-C791-4635-9099-67C1FC795CBA}" dt="2023-09-24T19:10:56.815" v="167" actId="1076"/>
          <ac:picMkLst>
            <pc:docMk/>
            <pc:sldMk cId="2175521204" sldId="323"/>
            <ac:picMk id="3" creationId="{8C176B34-9058-1726-326B-0FA7F8449F21}"/>
          </ac:picMkLst>
        </pc:picChg>
      </pc:sldChg>
      <pc:sldChg chg="addSp modSp add mod">
        <pc:chgData name="Yuriy Tomka" userId="ce5bcbea4a6ab9f5" providerId="LiveId" clId="{7544F865-C791-4635-9099-67C1FC795CBA}" dt="2023-09-24T19:11:16.366" v="174" actId="1076"/>
        <pc:sldMkLst>
          <pc:docMk/>
          <pc:sldMk cId="1133926274" sldId="324"/>
        </pc:sldMkLst>
        <pc:picChg chg="add mod">
          <ac:chgData name="Yuriy Tomka" userId="ce5bcbea4a6ab9f5" providerId="LiveId" clId="{7544F865-C791-4635-9099-67C1FC795CBA}" dt="2023-09-24T19:11:16.366" v="174" actId="1076"/>
          <ac:picMkLst>
            <pc:docMk/>
            <pc:sldMk cId="1133926274" sldId="324"/>
            <ac:picMk id="3" creationId="{9A5C3047-ED19-4D15-ABB1-BD81BE7A06E0}"/>
          </ac:picMkLst>
        </pc:picChg>
      </pc:sldChg>
      <pc:sldChg chg="addSp modSp add mod">
        <pc:chgData name="Yuriy Tomka" userId="ce5bcbea4a6ab9f5" providerId="LiveId" clId="{7544F865-C791-4635-9099-67C1FC795CBA}" dt="2023-09-24T19:11:56.816" v="181" actId="1076"/>
        <pc:sldMkLst>
          <pc:docMk/>
          <pc:sldMk cId="3869833454" sldId="325"/>
        </pc:sldMkLst>
        <pc:picChg chg="add mod">
          <ac:chgData name="Yuriy Tomka" userId="ce5bcbea4a6ab9f5" providerId="LiveId" clId="{7544F865-C791-4635-9099-67C1FC795CBA}" dt="2023-09-24T19:11:56.816" v="181" actId="1076"/>
          <ac:picMkLst>
            <pc:docMk/>
            <pc:sldMk cId="3869833454" sldId="325"/>
            <ac:picMk id="3" creationId="{6EAB5984-56EA-9610-A9D0-DA08BCDC77A8}"/>
          </ac:picMkLst>
        </pc:picChg>
      </pc:sldChg>
      <pc:sldChg chg="addSp delSp modSp add mod">
        <pc:chgData name="Yuriy Tomka" userId="ce5bcbea4a6ab9f5" providerId="LiveId" clId="{7544F865-C791-4635-9099-67C1FC795CBA}" dt="2023-09-24T19:13:55.303" v="194" actId="1076"/>
        <pc:sldMkLst>
          <pc:docMk/>
          <pc:sldMk cId="2407426280" sldId="326"/>
        </pc:sldMkLst>
        <pc:picChg chg="add del">
          <ac:chgData name="Yuriy Tomka" userId="ce5bcbea4a6ab9f5" providerId="LiveId" clId="{7544F865-C791-4635-9099-67C1FC795CBA}" dt="2023-09-24T19:13:23.092" v="183" actId="478"/>
          <ac:picMkLst>
            <pc:docMk/>
            <pc:sldMk cId="2407426280" sldId="326"/>
            <ac:picMk id="3" creationId="{64E88B7E-473A-8E82-308B-D01F9A952742}"/>
          </ac:picMkLst>
        </pc:picChg>
        <pc:picChg chg="add del">
          <ac:chgData name="Yuriy Tomka" userId="ce5bcbea4a6ab9f5" providerId="LiveId" clId="{7544F865-C791-4635-9099-67C1FC795CBA}" dt="2023-09-24T19:13:25.481" v="185" actId="22"/>
          <ac:picMkLst>
            <pc:docMk/>
            <pc:sldMk cId="2407426280" sldId="326"/>
            <ac:picMk id="5" creationId="{6A02BBDA-4DF6-EBBE-E8A7-58ADB6B8FA7E}"/>
          </ac:picMkLst>
        </pc:picChg>
        <pc:picChg chg="add mod">
          <ac:chgData name="Yuriy Tomka" userId="ce5bcbea4a6ab9f5" providerId="LiveId" clId="{7544F865-C791-4635-9099-67C1FC795CBA}" dt="2023-09-24T19:13:55.303" v="194" actId="1076"/>
          <ac:picMkLst>
            <pc:docMk/>
            <pc:sldMk cId="2407426280" sldId="326"/>
            <ac:picMk id="7" creationId="{462D8878-48CE-490F-885A-5EC270CF2A18}"/>
          </ac:picMkLst>
        </pc:picChg>
      </pc:sldChg>
      <pc:sldChg chg="addSp delSp modSp add mod">
        <pc:chgData name="Yuriy Tomka" userId="ce5bcbea4a6ab9f5" providerId="LiveId" clId="{7544F865-C791-4635-9099-67C1FC795CBA}" dt="2023-09-24T19:19:21.556" v="254" actId="1076"/>
        <pc:sldMkLst>
          <pc:docMk/>
          <pc:sldMk cId="1679393259" sldId="327"/>
        </pc:sldMkLst>
        <pc:picChg chg="add del">
          <ac:chgData name="Yuriy Tomka" userId="ce5bcbea4a6ab9f5" providerId="LiveId" clId="{7544F865-C791-4635-9099-67C1FC795CBA}" dt="2023-09-24T19:19:11.931" v="247" actId="22"/>
          <ac:picMkLst>
            <pc:docMk/>
            <pc:sldMk cId="1679393259" sldId="327"/>
            <ac:picMk id="3" creationId="{142E5540-AD24-ABE8-2BB1-740588BBAFE8}"/>
          </ac:picMkLst>
        </pc:picChg>
        <pc:picChg chg="add mod">
          <ac:chgData name="Yuriy Tomka" userId="ce5bcbea4a6ab9f5" providerId="LiveId" clId="{7544F865-C791-4635-9099-67C1FC795CBA}" dt="2023-09-24T19:19:21.556" v="254" actId="1076"/>
          <ac:picMkLst>
            <pc:docMk/>
            <pc:sldMk cId="1679393259" sldId="327"/>
            <ac:picMk id="5" creationId="{25F03DC4-7D12-5E56-254E-392A9A65E1D9}"/>
          </ac:picMkLst>
        </pc:picChg>
      </pc:sldChg>
      <pc:sldChg chg="addSp modSp add mod">
        <pc:chgData name="Yuriy Tomka" userId="ce5bcbea4a6ab9f5" providerId="LiveId" clId="{7544F865-C791-4635-9099-67C1FC795CBA}" dt="2023-09-24T19:15:29.012" v="212" actId="14100"/>
        <pc:sldMkLst>
          <pc:docMk/>
          <pc:sldMk cId="3526516508" sldId="328"/>
        </pc:sldMkLst>
        <pc:picChg chg="add mod">
          <ac:chgData name="Yuriy Tomka" userId="ce5bcbea4a6ab9f5" providerId="LiveId" clId="{7544F865-C791-4635-9099-67C1FC795CBA}" dt="2023-09-24T19:15:29.012" v="212" actId="14100"/>
          <ac:picMkLst>
            <pc:docMk/>
            <pc:sldMk cId="3526516508" sldId="328"/>
            <ac:picMk id="3" creationId="{7EBAE0F9-3F12-E6C6-8DDB-1A2813DB42AE}"/>
          </ac:picMkLst>
        </pc:picChg>
        <pc:picChg chg="add mod">
          <ac:chgData name="Yuriy Tomka" userId="ce5bcbea4a6ab9f5" providerId="LiveId" clId="{7544F865-C791-4635-9099-67C1FC795CBA}" dt="2023-09-24T19:15:25.741" v="210" actId="1076"/>
          <ac:picMkLst>
            <pc:docMk/>
            <pc:sldMk cId="3526516508" sldId="328"/>
            <ac:picMk id="5" creationId="{2D869A34-561C-9175-D7BB-D48D458DACC1}"/>
          </ac:picMkLst>
        </pc:picChg>
      </pc:sldChg>
      <pc:sldChg chg="addSp modSp add mod">
        <pc:chgData name="Yuriy Tomka" userId="ce5bcbea4a6ab9f5" providerId="LiveId" clId="{7544F865-C791-4635-9099-67C1FC795CBA}" dt="2023-09-24T19:16:49.420" v="228" actId="14100"/>
        <pc:sldMkLst>
          <pc:docMk/>
          <pc:sldMk cId="1167332887" sldId="329"/>
        </pc:sldMkLst>
        <pc:picChg chg="add mod modCrop">
          <ac:chgData name="Yuriy Tomka" userId="ce5bcbea4a6ab9f5" providerId="LiveId" clId="{7544F865-C791-4635-9099-67C1FC795CBA}" dt="2023-09-24T19:16:46.836" v="226" actId="14100"/>
          <ac:picMkLst>
            <pc:docMk/>
            <pc:sldMk cId="1167332887" sldId="329"/>
            <ac:picMk id="3" creationId="{AC5F1F04-BCDF-936A-4BE0-76E7BD9839F3}"/>
          </ac:picMkLst>
        </pc:picChg>
        <pc:picChg chg="add mod">
          <ac:chgData name="Yuriy Tomka" userId="ce5bcbea4a6ab9f5" providerId="LiveId" clId="{7544F865-C791-4635-9099-67C1FC795CBA}" dt="2023-09-24T19:16:49.420" v="228" actId="14100"/>
          <ac:picMkLst>
            <pc:docMk/>
            <pc:sldMk cId="1167332887" sldId="329"/>
            <ac:picMk id="5" creationId="{F1FB31AF-A1B3-3139-30CB-E5ACB76D764D}"/>
          </ac:picMkLst>
        </pc:picChg>
      </pc:sldChg>
      <pc:sldChg chg="addSp modSp add mod">
        <pc:chgData name="Yuriy Tomka" userId="ce5bcbea4a6ab9f5" providerId="LiveId" clId="{7544F865-C791-4635-9099-67C1FC795CBA}" dt="2023-09-24T19:18:20.757" v="239" actId="14100"/>
        <pc:sldMkLst>
          <pc:docMk/>
          <pc:sldMk cId="1163142112" sldId="330"/>
        </pc:sldMkLst>
        <pc:picChg chg="add mod">
          <ac:chgData name="Yuriy Tomka" userId="ce5bcbea4a6ab9f5" providerId="LiveId" clId="{7544F865-C791-4635-9099-67C1FC795CBA}" dt="2023-09-24T19:17:54.060" v="233" actId="1076"/>
          <ac:picMkLst>
            <pc:docMk/>
            <pc:sldMk cId="1163142112" sldId="330"/>
            <ac:picMk id="3" creationId="{629A0BD1-6664-5BC3-60FC-440F526005FA}"/>
          </ac:picMkLst>
        </pc:picChg>
        <pc:picChg chg="add mod modCrop">
          <ac:chgData name="Yuriy Tomka" userId="ce5bcbea4a6ab9f5" providerId="LiveId" clId="{7544F865-C791-4635-9099-67C1FC795CBA}" dt="2023-09-24T19:18:20.757" v="239" actId="14100"/>
          <ac:picMkLst>
            <pc:docMk/>
            <pc:sldMk cId="1163142112" sldId="330"/>
            <ac:picMk id="5" creationId="{5745DD15-F677-B1EC-8603-7612F8086953}"/>
          </ac:picMkLst>
        </pc:picChg>
      </pc:sldChg>
      <pc:sldChg chg="addSp modSp add mod">
        <pc:chgData name="Yuriy Tomka" userId="ce5bcbea4a6ab9f5" providerId="LiveId" clId="{7544F865-C791-4635-9099-67C1FC795CBA}" dt="2023-09-24T19:18:46.793" v="245" actId="1076"/>
        <pc:sldMkLst>
          <pc:docMk/>
          <pc:sldMk cId="95660225" sldId="331"/>
        </pc:sldMkLst>
        <pc:picChg chg="add mod">
          <ac:chgData name="Yuriy Tomka" userId="ce5bcbea4a6ab9f5" providerId="LiveId" clId="{7544F865-C791-4635-9099-67C1FC795CBA}" dt="2023-09-24T19:18:46.793" v="245" actId="1076"/>
          <ac:picMkLst>
            <pc:docMk/>
            <pc:sldMk cId="95660225" sldId="331"/>
            <ac:picMk id="3" creationId="{F05A1221-2E6F-04F4-89D4-E59C29D0BD2B}"/>
          </ac:picMkLst>
        </pc:picChg>
      </pc:sldChg>
      <pc:sldChg chg="addSp modSp add mod">
        <pc:chgData name="Yuriy Tomka" userId="ce5bcbea4a6ab9f5" providerId="LiveId" clId="{7544F865-C791-4635-9099-67C1FC795CBA}" dt="2023-09-24T19:21:12.383" v="269" actId="14100"/>
        <pc:sldMkLst>
          <pc:docMk/>
          <pc:sldMk cId="3288546710" sldId="332"/>
        </pc:sldMkLst>
        <pc:picChg chg="add mod">
          <ac:chgData name="Yuriy Tomka" userId="ce5bcbea4a6ab9f5" providerId="LiveId" clId="{7544F865-C791-4635-9099-67C1FC795CBA}" dt="2023-09-24T19:21:12.383" v="269" actId="14100"/>
          <ac:picMkLst>
            <pc:docMk/>
            <pc:sldMk cId="3288546710" sldId="332"/>
            <ac:picMk id="3" creationId="{43AF2918-7D87-C323-EAC3-7AB098AF8E53}"/>
          </ac:picMkLst>
        </pc:picChg>
        <pc:picChg chg="add mod">
          <ac:chgData name="Yuriy Tomka" userId="ce5bcbea4a6ab9f5" providerId="LiveId" clId="{7544F865-C791-4635-9099-67C1FC795CBA}" dt="2023-09-24T19:21:10.697" v="268" actId="1076"/>
          <ac:picMkLst>
            <pc:docMk/>
            <pc:sldMk cId="3288546710" sldId="332"/>
            <ac:picMk id="5" creationId="{0F7EBFD5-84C4-C92B-1B41-548DEFD3EECD}"/>
          </ac:picMkLst>
        </pc:picChg>
      </pc:sldChg>
      <pc:sldChg chg="addSp modSp add mod ord">
        <pc:chgData name="Yuriy Tomka" userId="ce5bcbea4a6ab9f5" providerId="LiveId" clId="{7544F865-C791-4635-9099-67C1FC795CBA}" dt="2023-09-24T19:23:05.168" v="317" actId="20577"/>
        <pc:sldMkLst>
          <pc:docMk/>
          <pc:sldMk cId="294566149" sldId="333"/>
        </pc:sldMkLst>
        <pc:spChg chg="add mod">
          <ac:chgData name="Yuriy Tomka" userId="ce5bcbea4a6ab9f5" providerId="LiveId" clId="{7544F865-C791-4635-9099-67C1FC795CBA}" dt="2023-09-24T19:23:05.168" v="317" actId="20577"/>
          <ac:spMkLst>
            <pc:docMk/>
            <pc:sldMk cId="294566149" sldId="333"/>
            <ac:spMk id="2" creationId="{91C32E53-9FC5-111D-7EE1-B4A3A0881D7B}"/>
          </ac:spMkLst>
        </pc:spChg>
      </pc:sldChg>
      <pc:sldChg chg="addSp modSp add mod">
        <pc:chgData name="Yuriy Tomka" userId="ce5bcbea4a6ab9f5" providerId="LiveId" clId="{7544F865-C791-4635-9099-67C1FC795CBA}" dt="2023-09-24T19:24:51.961" v="412" actId="1076"/>
        <pc:sldMkLst>
          <pc:docMk/>
          <pc:sldMk cId="2967588456" sldId="334"/>
        </pc:sldMkLst>
        <pc:picChg chg="add mod">
          <ac:chgData name="Yuriy Tomka" userId="ce5bcbea4a6ab9f5" providerId="LiveId" clId="{7544F865-C791-4635-9099-67C1FC795CBA}" dt="2023-09-24T19:24:51.961" v="412" actId="1076"/>
          <ac:picMkLst>
            <pc:docMk/>
            <pc:sldMk cId="2967588456" sldId="334"/>
            <ac:picMk id="3" creationId="{474BF4D2-17B3-0562-3FA7-FF0D6F9E6530}"/>
          </ac:picMkLst>
        </pc:picChg>
      </pc:sldChg>
      <pc:sldChg chg="addSp delSp modSp add mod">
        <pc:chgData name="Yuriy Tomka" userId="ce5bcbea4a6ab9f5" providerId="LiveId" clId="{7544F865-C791-4635-9099-67C1FC795CBA}" dt="2023-09-24T19:27:47.578" v="457" actId="1076"/>
        <pc:sldMkLst>
          <pc:docMk/>
          <pc:sldMk cId="1730996934" sldId="335"/>
        </pc:sldMkLst>
        <pc:picChg chg="add mod">
          <ac:chgData name="Yuriy Tomka" userId="ce5bcbea4a6ab9f5" providerId="LiveId" clId="{7544F865-C791-4635-9099-67C1FC795CBA}" dt="2023-09-24T19:27:47.578" v="457" actId="1076"/>
          <ac:picMkLst>
            <pc:docMk/>
            <pc:sldMk cId="1730996934" sldId="335"/>
            <ac:picMk id="3" creationId="{25D31A08-39BA-4B53-A2EF-7C8E550D1AFA}"/>
          </ac:picMkLst>
        </pc:picChg>
        <pc:picChg chg="add del mod">
          <ac:chgData name="Yuriy Tomka" userId="ce5bcbea4a6ab9f5" providerId="LiveId" clId="{7544F865-C791-4635-9099-67C1FC795CBA}" dt="2023-09-24T19:27:39.423" v="451" actId="21"/>
          <ac:picMkLst>
            <pc:docMk/>
            <pc:sldMk cId="1730996934" sldId="335"/>
            <ac:picMk id="5" creationId="{9B2D74F8-DB34-8569-3664-5AF77324F19E}"/>
          </ac:picMkLst>
        </pc:picChg>
      </pc:sldChg>
      <pc:sldChg chg="addSp modSp add mod">
        <pc:chgData name="Yuriy Tomka" userId="ce5bcbea4a6ab9f5" providerId="LiveId" clId="{7544F865-C791-4635-9099-67C1FC795CBA}" dt="2023-09-24T19:27:43.951" v="455" actId="1076"/>
        <pc:sldMkLst>
          <pc:docMk/>
          <pc:sldMk cId="2757466977" sldId="336"/>
        </pc:sldMkLst>
        <pc:picChg chg="add mod">
          <ac:chgData name="Yuriy Tomka" userId="ce5bcbea4a6ab9f5" providerId="LiveId" clId="{7544F865-C791-4635-9099-67C1FC795CBA}" dt="2023-09-24T19:27:43.951" v="455" actId="1076"/>
          <ac:picMkLst>
            <pc:docMk/>
            <pc:sldMk cId="2757466977" sldId="336"/>
            <ac:picMk id="2" creationId="{CA445013-FCBD-9E7A-5AD5-617E883B925C}"/>
          </ac:picMkLst>
        </pc:picChg>
      </pc:sldChg>
      <pc:sldChg chg="addSp modSp add mod">
        <pc:chgData name="Yuriy Tomka" userId="ce5bcbea4a6ab9f5" providerId="LiveId" clId="{7544F865-C791-4635-9099-67C1FC795CBA}" dt="2023-09-24T19:49:15.853" v="548" actId="1076"/>
        <pc:sldMkLst>
          <pc:docMk/>
          <pc:sldMk cId="1058294387" sldId="337"/>
        </pc:sldMkLst>
        <pc:spChg chg="add mod">
          <ac:chgData name="Yuriy Tomka" userId="ce5bcbea4a6ab9f5" providerId="LiveId" clId="{7544F865-C791-4635-9099-67C1FC795CBA}" dt="2023-09-24T19:41:27.492" v="503" actId="1076"/>
          <ac:spMkLst>
            <pc:docMk/>
            <pc:sldMk cId="1058294387" sldId="337"/>
            <ac:spMk id="2" creationId="{8B136233-B4F9-5140-BB17-36BC149AB37C}"/>
          </ac:spMkLst>
        </pc:spChg>
        <pc:picChg chg="add mod">
          <ac:chgData name="Yuriy Tomka" userId="ce5bcbea4a6ab9f5" providerId="LiveId" clId="{7544F865-C791-4635-9099-67C1FC795CBA}" dt="2023-09-24T19:49:15.853" v="548" actId="1076"/>
          <ac:picMkLst>
            <pc:docMk/>
            <pc:sldMk cId="1058294387" sldId="337"/>
            <ac:picMk id="4" creationId="{6B0BC78D-731F-17CF-0A03-E7F2E2BC6615}"/>
          </ac:picMkLst>
        </pc:picChg>
        <pc:picChg chg="add mod">
          <ac:chgData name="Yuriy Tomka" userId="ce5bcbea4a6ab9f5" providerId="LiveId" clId="{7544F865-C791-4635-9099-67C1FC795CBA}" dt="2023-09-24T19:45:35.845" v="520" actId="1076"/>
          <ac:picMkLst>
            <pc:docMk/>
            <pc:sldMk cId="1058294387" sldId="337"/>
            <ac:picMk id="6" creationId="{897FBB71-1A29-746C-7462-D442E739B8BE}"/>
          </ac:picMkLst>
        </pc:picChg>
        <pc:picChg chg="add mod">
          <ac:chgData name="Yuriy Tomka" userId="ce5bcbea4a6ab9f5" providerId="LiveId" clId="{7544F865-C791-4635-9099-67C1FC795CBA}" dt="2023-09-24T19:45:39.124" v="522" actId="14100"/>
          <ac:picMkLst>
            <pc:docMk/>
            <pc:sldMk cId="1058294387" sldId="337"/>
            <ac:picMk id="8" creationId="{F83F75F2-9300-8562-CED8-138B9A02B9DF}"/>
          </ac:picMkLst>
        </pc:picChg>
        <pc:picChg chg="add mod">
          <ac:chgData name="Yuriy Tomka" userId="ce5bcbea4a6ab9f5" providerId="LiveId" clId="{7544F865-C791-4635-9099-67C1FC795CBA}" dt="2023-09-24T19:45:41.082" v="524" actId="1076"/>
          <ac:picMkLst>
            <pc:docMk/>
            <pc:sldMk cId="1058294387" sldId="337"/>
            <ac:picMk id="9" creationId="{AA5A451D-D369-71C1-1FF8-B425C93E5220}"/>
          </ac:picMkLst>
        </pc:picChg>
      </pc:sldChg>
      <pc:sldChg chg="modSp add mod">
        <pc:chgData name="Yuriy Tomka" userId="ce5bcbea4a6ab9f5" providerId="LiveId" clId="{7544F865-C791-4635-9099-67C1FC795CBA}" dt="2023-09-24T19:23:51.821" v="408" actId="1076"/>
        <pc:sldMkLst>
          <pc:docMk/>
          <pc:sldMk cId="3918874162" sldId="338"/>
        </pc:sldMkLst>
        <pc:spChg chg="mod">
          <ac:chgData name="Yuriy Tomka" userId="ce5bcbea4a6ab9f5" providerId="LiveId" clId="{7544F865-C791-4635-9099-67C1FC795CBA}" dt="2023-09-24T19:23:51.821" v="408" actId="1076"/>
          <ac:spMkLst>
            <pc:docMk/>
            <pc:sldMk cId="3918874162" sldId="338"/>
            <ac:spMk id="2" creationId="{91C32E53-9FC5-111D-7EE1-B4A3A0881D7B}"/>
          </ac:spMkLst>
        </pc:spChg>
      </pc:sldChg>
      <pc:sldChg chg="modSp add mod">
        <pc:chgData name="Yuriy Tomka" userId="ce5bcbea4a6ab9f5" providerId="LiveId" clId="{7544F865-C791-4635-9099-67C1FC795CBA}" dt="2023-09-24T19:25:22.503" v="436" actId="20577"/>
        <pc:sldMkLst>
          <pc:docMk/>
          <pc:sldMk cId="2893505300" sldId="339"/>
        </pc:sldMkLst>
        <pc:spChg chg="mod">
          <ac:chgData name="Yuriy Tomka" userId="ce5bcbea4a6ab9f5" providerId="LiveId" clId="{7544F865-C791-4635-9099-67C1FC795CBA}" dt="2023-09-24T19:25:22.503" v="436" actId="20577"/>
          <ac:spMkLst>
            <pc:docMk/>
            <pc:sldMk cId="2893505300" sldId="339"/>
            <ac:spMk id="2" creationId="{91C32E53-9FC5-111D-7EE1-B4A3A0881D7B}"/>
          </ac:spMkLst>
        </pc:spChg>
      </pc:sldChg>
      <pc:sldChg chg="addSp delSp modSp add mod ord">
        <pc:chgData name="Yuriy Tomka" userId="ce5bcbea4a6ab9f5" providerId="LiveId" clId="{7544F865-C791-4635-9099-67C1FC795CBA}" dt="2023-09-24T19:46:51.711" v="539" actId="1076"/>
        <pc:sldMkLst>
          <pc:docMk/>
          <pc:sldMk cId="468185961" sldId="340"/>
        </pc:sldMkLst>
        <pc:spChg chg="add mod">
          <ac:chgData name="Yuriy Tomka" userId="ce5bcbea4a6ab9f5" providerId="LiveId" clId="{7544F865-C791-4635-9099-67C1FC795CBA}" dt="2023-09-24T19:44:24.850" v="511" actId="20577"/>
          <ac:spMkLst>
            <pc:docMk/>
            <pc:sldMk cId="468185961" sldId="340"/>
            <ac:spMk id="2" creationId="{85DA4EB1-5F82-430B-3C49-6CD2B3CBF0C3}"/>
          </ac:spMkLst>
        </pc:spChg>
        <pc:spChg chg="add del mod">
          <ac:chgData name="Yuriy Tomka" userId="ce5bcbea4a6ab9f5" providerId="LiveId" clId="{7544F865-C791-4635-9099-67C1FC795CBA}" dt="2023-09-24T19:29:35.302" v="483"/>
          <ac:spMkLst>
            <pc:docMk/>
            <pc:sldMk cId="468185961" sldId="340"/>
            <ac:spMk id="4" creationId="{BAE7CB3B-99EB-BE40-1B19-18E64BF59A7F}"/>
          </ac:spMkLst>
        </pc:spChg>
        <pc:spChg chg="add mod">
          <ac:chgData name="Yuriy Tomka" userId="ce5bcbea4a6ab9f5" providerId="LiveId" clId="{7544F865-C791-4635-9099-67C1FC795CBA}" dt="2023-09-24T19:46:49.483" v="538" actId="1076"/>
          <ac:spMkLst>
            <pc:docMk/>
            <pc:sldMk cId="468185961" sldId="340"/>
            <ac:spMk id="11" creationId="{3B58E73B-8053-D2D0-A24A-F424A086C2F4}"/>
          </ac:spMkLst>
        </pc:spChg>
        <pc:graphicFrameChg chg="add del mod">
          <ac:chgData name="Yuriy Tomka" userId="ce5bcbea4a6ab9f5" providerId="LiveId" clId="{7544F865-C791-4635-9099-67C1FC795CBA}" dt="2023-09-24T19:29:35.302" v="483"/>
          <ac:graphicFrameMkLst>
            <pc:docMk/>
            <pc:sldMk cId="468185961" sldId="340"/>
            <ac:graphicFrameMk id="3" creationId="{C711204C-90A1-29CE-20A9-A2BF7F4D33E6}"/>
          </ac:graphicFrameMkLst>
        </pc:graphicFrameChg>
        <pc:picChg chg="add mod">
          <ac:chgData name="Yuriy Tomka" userId="ce5bcbea4a6ab9f5" providerId="LiveId" clId="{7544F865-C791-4635-9099-67C1FC795CBA}" dt="2023-09-24T19:46:51.711" v="539" actId="1076"/>
          <ac:picMkLst>
            <pc:docMk/>
            <pc:sldMk cId="468185961" sldId="340"/>
            <ac:picMk id="6" creationId="{4CFD95E1-BA31-2359-EF5B-24AFA6222158}"/>
          </ac:picMkLst>
        </pc:picChg>
        <pc:picChg chg="add mod">
          <ac:chgData name="Yuriy Tomka" userId="ce5bcbea4a6ab9f5" providerId="LiveId" clId="{7544F865-C791-4635-9099-67C1FC795CBA}" dt="2023-09-24T19:46:26.408" v="532" actId="14100"/>
          <ac:picMkLst>
            <pc:docMk/>
            <pc:sldMk cId="468185961" sldId="340"/>
            <ac:picMk id="8" creationId="{97847E4B-42E1-431E-4330-CD510FD7C461}"/>
          </ac:picMkLst>
        </pc:picChg>
        <pc:picChg chg="add mod">
          <ac:chgData name="Yuriy Tomka" userId="ce5bcbea4a6ab9f5" providerId="LiveId" clId="{7544F865-C791-4635-9099-67C1FC795CBA}" dt="2023-09-24T19:46:27.184" v="533" actId="1076"/>
          <ac:picMkLst>
            <pc:docMk/>
            <pc:sldMk cId="468185961" sldId="340"/>
            <ac:picMk id="10" creationId="{9DC7FBDF-BB54-23FE-4C62-F6254657C38D}"/>
          </ac:picMkLst>
        </pc:picChg>
      </pc:sldChg>
      <pc:sldChg chg="addSp add mod">
        <pc:chgData name="Yuriy Tomka" userId="ce5bcbea4a6ab9f5" providerId="LiveId" clId="{7544F865-C791-4635-9099-67C1FC795CBA}" dt="2023-09-24T19:47:16.678" v="540" actId="22"/>
        <pc:sldMkLst>
          <pc:docMk/>
          <pc:sldMk cId="1082858679" sldId="341"/>
        </pc:sldMkLst>
        <pc:picChg chg="add">
          <ac:chgData name="Yuriy Tomka" userId="ce5bcbea4a6ab9f5" providerId="LiveId" clId="{7544F865-C791-4635-9099-67C1FC795CBA}" dt="2023-09-24T19:47:16.678" v="540" actId="22"/>
          <ac:picMkLst>
            <pc:docMk/>
            <pc:sldMk cId="1082858679" sldId="341"/>
            <ac:picMk id="3" creationId="{B99143E1-447D-67E0-6D7C-1DBA9546B5EA}"/>
          </ac:picMkLst>
        </pc:picChg>
      </pc:sldChg>
      <pc:sldChg chg="addSp add mod">
        <pc:chgData name="Yuriy Tomka" userId="ce5bcbea4a6ab9f5" providerId="LiveId" clId="{7544F865-C791-4635-9099-67C1FC795CBA}" dt="2023-09-24T19:47:36.449" v="541" actId="22"/>
        <pc:sldMkLst>
          <pc:docMk/>
          <pc:sldMk cId="3481870825" sldId="342"/>
        </pc:sldMkLst>
        <pc:picChg chg="add">
          <ac:chgData name="Yuriy Tomka" userId="ce5bcbea4a6ab9f5" providerId="LiveId" clId="{7544F865-C791-4635-9099-67C1FC795CBA}" dt="2023-09-24T19:47:36.449" v="541" actId="22"/>
          <ac:picMkLst>
            <pc:docMk/>
            <pc:sldMk cId="3481870825" sldId="342"/>
            <ac:picMk id="3" creationId="{A0047D24-C52B-E775-11B4-C8A7C351FF56}"/>
          </ac:picMkLst>
        </pc:picChg>
      </pc:sldChg>
      <pc:sldChg chg="addSp modSp add mod">
        <pc:chgData name="Yuriy Tomka" userId="ce5bcbea4a6ab9f5" providerId="LiveId" clId="{7544F865-C791-4635-9099-67C1FC795CBA}" dt="2023-09-24T19:48:58.824" v="546" actId="1076"/>
        <pc:sldMkLst>
          <pc:docMk/>
          <pc:sldMk cId="1657117596" sldId="343"/>
        </pc:sldMkLst>
        <pc:picChg chg="add mod">
          <ac:chgData name="Yuriy Tomka" userId="ce5bcbea4a6ab9f5" providerId="LiveId" clId="{7544F865-C791-4635-9099-67C1FC795CBA}" dt="2023-09-24T19:48:58.824" v="546" actId="1076"/>
          <ac:picMkLst>
            <pc:docMk/>
            <pc:sldMk cId="1657117596" sldId="343"/>
            <ac:picMk id="3" creationId="{203F92F8-F3C9-561A-321D-9848B4B5517B}"/>
          </ac:picMkLst>
        </pc:picChg>
      </pc:sldChg>
      <pc:sldChg chg="addSp modSp add mod">
        <pc:chgData name="Yuriy Tomka" userId="ce5bcbea4a6ab9f5" providerId="LiveId" clId="{7544F865-C791-4635-9099-67C1FC795CBA}" dt="2023-09-24T19:49:25.115" v="552" actId="20577"/>
        <pc:sldMkLst>
          <pc:docMk/>
          <pc:sldMk cId="1324167975" sldId="344"/>
        </pc:sldMkLst>
        <pc:spChg chg="add mod">
          <ac:chgData name="Yuriy Tomka" userId="ce5bcbea4a6ab9f5" providerId="LiveId" clId="{7544F865-C791-4635-9099-67C1FC795CBA}" dt="2023-09-24T19:49:25.115" v="552" actId="20577"/>
          <ac:spMkLst>
            <pc:docMk/>
            <pc:sldMk cId="1324167975" sldId="344"/>
            <ac:spMk id="4" creationId="{409160E4-F27D-F8AD-54CD-6E15F518F41B}"/>
          </ac:spMkLst>
        </pc:spChg>
        <pc:picChg chg="add">
          <ac:chgData name="Yuriy Tomka" userId="ce5bcbea4a6ab9f5" providerId="LiveId" clId="{7544F865-C791-4635-9099-67C1FC795CBA}" dt="2023-09-24T19:49:14.133" v="547" actId="22"/>
          <ac:picMkLst>
            <pc:docMk/>
            <pc:sldMk cId="1324167975" sldId="344"/>
            <ac:picMk id="3" creationId="{DC754794-2A0A-445B-6661-56042AA7764A}"/>
          </ac:picMkLst>
        </pc:picChg>
      </pc:sldChg>
      <pc:sldChg chg="addSp add mod">
        <pc:chgData name="Yuriy Tomka" userId="ce5bcbea4a6ab9f5" providerId="LiveId" clId="{7544F865-C791-4635-9099-67C1FC795CBA}" dt="2023-09-24T19:49:47.132" v="553" actId="22"/>
        <pc:sldMkLst>
          <pc:docMk/>
          <pc:sldMk cId="4059254968" sldId="345"/>
        </pc:sldMkLst>
        <pc:picChg chg="add">
          <ac:chgData name="Yuriy Tomka" userId="ce5bcbea4a6ab9f5" providerId="LiveId" clId="{7544F865-C791-4635-9099-67C1FC795CBA}" dt="2023-09-24T19:49:47.132" v="553" actId="22"/>
          <ac:picMkLst>
            <pc:docMk/>
            <pc:sldMk cId="4059254968" sldId="345"/>
            <ac:picMk id="3" creationId="{5360A6FD-339A-FD1A-2EE9-F482C6100EDC}"/>
          </ac:picMkLst>
        </pc:picChg>
      </pc:sldChg>
      <pc:sldChg chg="addSp modSp add mod">
        <pc:chgData name="Yuriy Tomka" userId="ce5bcbea4a6ab9f5" providerId="LiveId" clId="{7544F865-C791-4635-9099-67C1FC795CBA}" dt="2023-09-24T19:55:17.953" v="599" actId="14100"/>
        <pc:sldMkLst>
          <pc:docMk/>
          <pc:sldMk cId="4243761408" sldId="346"/>
        </pc:sldMkLst>
        <pc:spChg chg="add mod">
          <ac:chgData name="Yuriy Tomka" userId="ce5bcbea4a6ab9f5" providerId="LiveId" clId="{7544F865-C791-4635-9099-67C1FC795CBA}" dt="2023-09-24T19:50:13.173" v="557" actId="20577"/>
          <ac:spMkLst>
            <pc:docMk/>
            <pc:sldMk cId="4243761408" sldId="346"/>
            <ac:spMk id="4" creationId="{CB9C7117-1A68-FCEA-4C5D-68E99615E8D0}"/>
          </ac:spMkLst>
        </pc:spChg>
        <pc:picChg chg="add mod modCrop">
          <ac:chgData name="Yuriy Tomka" userId="ce5bcbea4a6ab9f5" providerId="LiveId" clId="{7544F865-C791-4635-9099-67C1FC795CBA}" dt="2023-09-24T19:55:00.212" v="593" actId="1076"/>
          <ac:picMkLst>
            <pc:docMk/>
            <pc:sldMk cId="4243761408" sldId="346"/>
            <ac:picMk id="3" creationId="{1DE25B55-D313-E605-0426-164E062FCE3F}"/>
          </ac:picMkLst>
        </pc:picChg>
        <pc:picChg chg="add mod modCrop">
          <ac:chgData name="Yuriy Tomka" userId="ce5bcbea4a6ab9f5" providerId="LiveId" clId="{7544F865-C791-4635-9099-67C1FC795CBA}" dt="2023-09-24T19:55:17.953" v="599" actId="14100"/>
          <ac:picMkLst>
            <pc:docMk/>
            <pc:sldMk cId="4243761408" sldId="346"/>
            <ac:picMk id="5" creationId="{C869F36E-2150-9803-D199-0D56EEF61740}"/>
          </ac:picMkLst>
        </pc:picChg>
      </pc:sldChg>
      <pc:sldChg chg="addSp modSp add mod">
        <pc:chgData name="Yuriy Tomka" userId="ce5bcbea4a6ab9f5" providerId="LiveId" clId="{7544F865-C791-4635-9099-67C1FC795CBA}" dt="2023-09-24T19:54:41.824" v="585" actId="1076"/>
        <pc:sldMkLst>
          <pc:docMk/>
          <pc:sldMk cId="3386560866" sldId="347"/>
        </pc:sldMkLst>
        <pc:spChg chg="add mod">
          <ac:chgData name="Yuriy Tomka" userId="ce5bcbea4a6ab9f5" providerId="LiveId" clId="{7544F865-C791-4635-9099-67C1FC795CBA}" dt="2023-09-24T19:51:54.728" v="565" actId="20577"/>
          <ac:spMkLst>
            <pc:docMk/>
            <pc:sldMk cId="3386560866" sldId="347"/>
            <ac:spMk id="4" creationId="{691C6A74-AD75-00C9-56CA-11B02A50311D}"/>
          </ac:spMkLst>
        </pc:spChg>
        <pc:picChg chg="add mod modCrop">
          <ac:chgData name="Yuriy Tomka" userId="ce5bcbea4a6ab9f5" providerId="LiveId" clId="{7544F865-C791-4635-9099-67C1FC795CBA}" dt="2023-09-24T19:54:41.824" v="585" actId="1076"/>
          <ac:picMkLst>
            <pc:docMk/>
            <pc:sldMk cId="3386560866" sldId="347"/>
            <ac:picMk id="3" creationId="{7FC4E841-601D-E610-F52C-6EEA9E6703C8}"/>
          </ac:picMkLst>
        </pc:picChg>
        <pc:picChg chg="add mod modCrop">
          <ac:chgData name="Yuriy Tomka" userId="ce5bcbea4a6ab9f5" providerId="LiveId" clId="{7544F865-C791-4635-9099-67C1FC795CBA}" dt="2023-09-24T19:54:36.667" v="584" actId="1076"/>
          <ac:picMkLst>
            <pc:docMk/>
            <pc:sldMk cId="3386560866" sldId="347"/>
            <ac:picMk id="5" creationId="{BEABAAC6-3D65-DEC4-F8B6-1161E1E17266}"/>
          </ac:picMkLst>
        </pc:picChg>
      </pc:sldChg>
      <pc:sldChg chg="addSp modSp add mod">
        <pc:chgData name="Yuriy Tomka" userId="ce5bcbea4a6ab9f5" providerId="LiveId" clId="{7544F865-C791-4635-9099-67C1FC795CBA}" dt="2023-09-24T20:03:41.874" v="625" actId="20577"/>
        <pc:sldMkLst>
          <pc:docMk/>
          <pc:sldMk cId="2409171284" sldId="348"/>
        </pc:sldMkLst>
        <pc:spChg chg="add mod">
          <ac:chgData name="Yuriy Tomka" userId="ce5bcbea4a6ab9f5" providerId="LiveId" clId="{7544F865-C791-4635-9099-67C1FC795CBA}" dt="2023-09-24T20:03:41.874" v="625" actId="20577"/>
          <ac:spMkLst>
            <pc:docMk/>
            <pc:sldMk cId="2409171284" sldId="348"/>
            <ac:spMk id="10" creationId="{65DB5E8B-701E-29B9-086D-7ECB68316573}"/>
          </ac:spMkLst>
        </pc:spChg>
        <pc:picChg chg="add mod ord">
          <ac:chgData name="Yuriy Tomka" userId="ce5bcbea4a6ab9f5" providerId="LiveId" clId="{7544F865-C791-4635-9099-67C1FC795CBA}" dt="2023-09-24T19:56:51.951" v="613" actId="166"/>
          <ac:picMkLst>
            <pc:docMk/>
            <pc:sldMk cId="2409171284" sldId="348"/>
            <ac:picMk id="3" creationId="{7C561B3F-99C6-C97E-321A-83271CA93779}"/>
          </ac:picMkLst>
        </pc:picChg>
        <pc:picChg chg="add mod">
          <ac:chgData name="Yuriy Tomka" userId="ce5bcbea4a6ab9f5" providerId="LiveId" clId="{7544F865-C791-4635-9099-67C1FC795CBA}" dt="2023-09-24T19:56:14.750" v="603" actId="1076"/>
          <ac:picMkLst>
            <pc:docMk/>
            <pc:sldMk cId="2409171284" sldId="348"/>
            <ac:picMk id="5" creationId="{CFF8596F-F53D-13AC-C0C4-44F7734E2C3D}"/>
          </ac:picMkLst>
        </pc:picChg>
        <pc:picChg chg="add mod">
          <ac:chgData name="Yuriy Tomka" userId="ce5bcbea4a6ab9f5" providerId="LiveId" clId="{7544F865-C791-4635-9099-67C1FC795CBA}" dt="2023-09-24T20:03:35.440" v="622" actId="1076"/>
          <ac:picMkLst>
            <pc:docMk/>
            <pc:sldMk cId="2409171284" sldId="348"/>
            <ac:picMk id="7" creationId="{C2D54B65-9DDF-1D19-F378-F0BFE7F907F2}"/>
          </ac:picMkLst>
        </pc:picChg>
        <pc:picChg chg="add mod">
          <ac:chgData name="Yuriy Tomka" userId="ce5bcbea4a6ab9f5" providerId="LiveId" clId="{7544F865-C791-4635-9099-67C1FC795CBA}" dt="2023-09-24T19:56:46.999" v="609" actId="1076"/>
          <ac:picMkLst>
            <pc:docMk/>
            <pc:sldMk cId="2409171284" sldId="348"/>
            <ac:picMk id="9" creationId="{10585D92-D65C-892B-0624-59EF4955F09C}"/>
          </ac:picMkLst>
        </pc:picChg>
      </pc:sldChg>
      <pc:sldChg chg="addSp modSp add mod">
        <pc:chgData name="Yuriy Tomka" userId="ce5bcbea4a6ab9f5" providerId="LiveId" clId="{7544F865-C791-4635-9099-67C1FC795CBA}" dt="2023-09-24T20:02:09.963" v="620" actId="1076"/>
        <pc:sldMkLst>
          <pc:docMk/>
          <pc:sldMk cId="691596422" sldId="349"/>
        </pc:sldMkLst>
        <pc:picChg chg="add mod">
          <ac:chgData name="Yuriy Tomka" userId="ce5bcbea4a6ab9f5" providerId="LiveId" clId="{7544F865-C791-4635-9099-67C1FC795CBA}" dt="2023-09-24T20:02:09.963" v="620" actId="1076"/>
          <ac:picMkLst>
            <pc:docMk/>
            <pc:sldMk cId="691596422" sldId="349"/>
            <ac:picMk id="3" creationId="{771FBEDE-3E1A-11A4-BFFA-811D4A926A8A}"/>
          </ac:picMkLst>
        </pc:picChg>
      </pc:sldChg>
      <pc:sldChg chg="addSp modSp add mod">
        <pc:chgData name="Yuriy Tomka" userId="ce5bcbea4a6ab9f5" providerId="LiveId" clId="{7544F865-C791-4635-9099-67C1FC795CBA}" dt="2023-09-24T20:04:16.439" v="636" actId="1076"/>
        <pc:sldMkLst>
          <pc:docMk/>
          <pc:sldMk cId="131764997" sldId="350"/>
        </pc:sldMkLst>
        <pc:picChg chg="add mod modCrop">
          <ac:chgData name="Yuriy Tomka" userId="ce5bcbea4a6ab9f5" providerId="LiveId" clId="{7544F865-C791-4635-9099-67C1FC795CBA}" dt="2023-09-24T20:04:16.439" v="636" actId="1076"/>
          <ac:picMkLst>
            <pc:docMk/>
            <pc:sldMk cId="131764997" sldId="350"/>
            <ac:picMk id="3" creationId="{2D32B1FA-F364-A745-D3D9-A626BC7F19B6}"/>
          </ac:picMkLst>
        </pc:picChg>
        <pc:picChg chg="add mod modCrop">
          <ac:chgData name="Yuriy Tomka" userId="ce5bcbea4a6ab9f5" providerId="LiveId" clId="{7544F865-C791-4635-9099-67C1FC795CBA}" dt="2023-09-24T20:04:15.759" v="635" actId="1076"/>
          <ac:picMkLst>
            <pc:docMk/>
            <pc:sldMk cId="131764997" sldId="350"/>
            <ac:picMk id="4" creationId="{30EEB4D3-9C29-4268-D306-C0E873169774}"/>
          </ac:picMkLst>
        </pc:picChg>
      </pc:sldChg>
      <pc:sldChg chg="addSp modSp add mod">
        <pc:chgData name="Yuriy Tomka" userId="ce5bcbea4a6ab9f5" providerId="LiveId" clId="{7544F865-C791-4635-9099-67C1FC795CBA}" dt="2023-09-25T09:19:04.338" v="879" actId="1076"/>
        <pc:sldMkLst>
          <pc:docMk/>
          <pc:sldMk cId="2104231527" sldId="351"/>
        </pc:sldMkLst>
        <pc:picChg chg="add mod">
          <ac:chgData name="Yuriy Tomka" userId="ce5bcbea4a6ab9f5" providerId="LiveId" clId="{7544F865-C791-4635-9099-67C1FC795CBA}" dt="2023-09-25T09:19:04.338" v="879" actId="1076"/>
          <ac:picMkLst>
            <pc:docMk/>
            <pc:sldMk cId="2104231527" sldId="351"/>
            <ac:picMk id="3" creationId="{3B48467A-1ABF-878B-DCE3-E814A601F76D}"/>
          </ac:picMkLst>
        </pc:picChg>
      </pc:sldChg>
      <pc:sldChg chg="addSp modSp add mod">
        <pc:chgData name="Yuriy Tomka" userId="ce5bcbea4a6ab9f5" providerId="LiveId" clId="{7544F865-C791-4635-9099-67C1FC795CBA}" dt="2023-09-24T20:06:49.913" v="655" actId="1076"/>
        <pc:sldMkLst>
          <pc:docMk/>
          <pc:sldMk cId="3159196130" sldId="352"/>
        </pc:sldMkLst>
        <pc:spChg chg="add mod">
          <ac:chgData name="Yuriy Tomka" userId="ce5bcbea4a6ab9f5" providerId="LiveId" clId="{7544F865-C791-4635-9099-67C1FC795CBA}" dt="2023-09-24T20:05:55.090" v="645" actId="20577"/>
          <ac:spMkLst>
            <pc:docMk/>
            <pc:sldMk cId="3159196130" sldId="352"/>
            <ac:spMk id="4" creationId="{77700044-C037-727E-2AF3-32D9CE9C86A6}"/>
          </ac:spMkLst>
        </pc:spChg>
        <pc:picChg chg="add mod">
          <ac:chgData name="Yuriy Tomka" userId="ce5bcbea4a6ab9f5" providerId="LiveId" clId="{7544F865-C791-4635-9099-67C1FC795CBA}" dt="2023-09-24T20:06:37.991" v="649" actId="1076"/>
          <ac:picMkLst>
            <pc:docMk/>
            <pc:sldMk cId="3159196130" sldId="352"/>
            <ac:picMk id="3" creationId="{CCEB62F0-AD02-F5EA-C244-B35A5684BBD3}"/>
          </ac:picMkLst>
        </pc:picChg>
        <pc:picChg chg="add mod">
          <ac:chgData name="Yuriy Tomka" userId="ce5bcbea4a6ab9f5" providerId="LiveId" clId="{7544F865-C791-4635-9099-67C1FC795CBA}" dt="2023-09-24T20:06:49.913" v="655" actId="1076"/>
          <ac:picMkLst>
            <pc:docMk/>
            <pc:sldMk cId="3159196130" sldId="352"/>
            <ac:picMk id="6" creationId="{F5094BD5-4895-D67B-F94C-54D9614E8D3B}"/>
          </ac:picMkLst>
        </pc:picChg>
      </pc:sldChg>
      <pc:sldChg chg="addSp modSp add mod">
        <pc:chgData name="Yuriy Tomka" userId="ce5bcbea4a6ab9f5" providerId="LiveId" clId="{7544F865-C791-4635-9099-67C1FC795CBA}" dt="2023-09-24T20:07:24.482" v="659" actId="1076"/>
        <pc:sldMkLst>
          <pc:docMk/>
          <pc:sldMk cId="4092967027" sldId="353"/>
        </pc:sldMkLst>
        <pc:picChg chg="add mod">
          <ac:chgData name="Yuriy Tomka" userId="ce5bcbea4a6ab9f5" providerId="LiveId" clId="{7544F865-C791-4635-9099-67C1FC795CBA}" dt="2023-09-24T20:07:24.482" v="659" actId="1076"/>
          <ac:picMkLst>
            <pc:docMk/>
            <pc:sldMk cId="4092967027" sldId="353"/>
            <ac:picMk id="3" creationId="{7F8756B4-6E2B-A881-1AED-7A6FC98FA76F}"/>
          </ac:picMkLst>
        </pc:picChg>
      </pc:sldChg>
      <pc:sldChg chg="addSp delSp modSp add mod">
        <pc:chgData name="Yuriy Tomka" userId="ce5bcbea4a6ab9f5" providerId="LiveId" clId="{7544F865-C791-4635-9099-67C1FC795CBA}" dt="2023-09-24T20:08:44.423" v="667" actId="1076"/>
        <pc:sldMkLst>
          <pc:docMk/>
          <pc:sldMk cId="2921584585" sldId="354"/>
        </pc:sldMkLst>
        <pc:spChg chg="add del mod">
          <ac:chgData name="Yuriy Tomka" userId="ce5bcbea4a6ab9f5" providerId="LiveId" clId="{7544F865-C791-4635-9099-67C1FC795CBA}" dt="2023-09-24T20:08:42.274" v="666" actId="478"/>
          <ac:spMkLst>
            <pc:docMk/>
            <pc:sldMk cId="2921584585" sldId="354"/>
            <ac:spMk id="4" creationId="{E05D0DEA-656A-B1EA-850F-96358850EDE4}"/>
          </ac:spMkLst>
        </pc:spChg>
        <pc:picChg chg="add mod">
          <ac:chgData name="Yuriy Tomka" userId="ce5bcbea4a6ab9f5" providerId="LiveId" clId="{7544F865-C791-4635-9099-67C1FC795CBA}" dt="2023-09-24T20:08:44.423" v="667" actId="1076"/>
          <ac:picMkLst>
            <pc:docMk/>
            <pc:sldMk cId="2921584585" sldId="354"/>
            <ac:picMk id="3" creationId="{7CCA65BF-ACC2-8852-E1EA-8DE57D9FDB46}"/>
          </ac:picMkLst>
        </pc:picChg>
      </pc:sldChg>
      <pc:sldChg chg="add del">
        <pc:chgData name="Yuriy Tomka" userId="ce5bcbea4a6ab9f5" providerId="LiveId" clId="{7544F865-C791-4635-9099-67C1FC795CBA}" dt="2023-09-24T20:10:00.126" v="687" actId="47"/>
        <pc:sldMkLst>
          <pc:docMk/>
          <pc:sldMk cId="2178127919" sldId="355"/>
        </pc:sldMkLst>
      </pc:sldChg>
      <pc:sldChg chg="add del">
        <pc:chgData name="Yuriy Tomka" userId="ce5bcbea4a6ab9f5" providerId="LiveId" clId="{7544F865-C791-4635-9099-67C1FC795CBA}" dt="2023-09-24T20:10:01.743" v="688" actId="47"/>
        <pc:sldMkLst>
          <pc:docMk/>
          <pc:sldMk cId="2904347563" sldId="356"/>
        </pc:sldMkLst>
      </pc:sldChg>
      <pc:sldChg chg="addSp delSp modSp add mod">
        <pc:chgData name="Yuriy Tomka" userId="ce5bcbea4a6ab9f5" providerId="LiveId" clId="{7544F865-C791-4635-9099-67C1FC795CBA}" dt="2023-09-24T20:09:55.714" v="686" actId="1076"/>
        <pc:sldMkLst>
          <pc:docMk/>
          <pc:sldMk cId="4197054100" sldId="357"/>
        </pc:sldMkLst>
        <pc:spChg chg="mod">
          <ac:chgData name="Yuriy Tomka" userId="ce5bcbea4a6ab9f5" providerId="LiveId" clId="{7544F865-C791-4635-9099-67C1FC795CBA}" dt="2023-09-24T20:09:45.497" v="681" actId="1076"/>
          <ac:spMkLst>
            <pc:docMk/>
            <pc:sldMk cId="4197054100" sldId="357"/>
            <ac:spMk id="4" creationId="{E05D0DEA-656A-B1EA-850F-96358850EDE4}"/>
          </ac:spMkLst>
        </pc:spChg>
        <pc:picChg chg="del">
          <ac:chgData name="Yuriy Tomka" userId="ce5bcbea4a6ab9f5" providerId="LiveId" clId="{7544F865-C791-4635-9099-67C1FC795CBA}" dt="2023-09-24T20:08:54.406" v="672" actId="478"/>
          <ac:picMkLst>
            <pc:docMk/>
            <pc:sldMk cId="4197054100" sldId="357"/>
            <ac:picMk id="3" creationId="{7CCA65BF-ACC2-8852-E1EA-8DE57D9FDB46}"/>
          </ac:picMkLst>
        </pc:picChg>
        <pc:picChg chg="add mod">
          <ac:chgData name="Yuriy Tomka" userId="ce5bcbea4a6ab9f5" providerId="LiveId" clId="{7544F865-C791-4635-9099-67C1FC795CBA}" dt="2023-09-24T20:09:55.714" v="686" actId="1076"/>
          <ac:picMkLst>
            <pc:docMk/>
            <pc:sldMk cId="4197054100" sldId="357"/>
            <ac:picMk id="5" creationId="{8F9F115B-55BD-85E4-2C58-7442A11097A0}"/>
          </ac:picMkLst>
        </pc:picChg>
        <pc:picChg chg="add mod">
          <ac:chgData name="Yuriy Tomka" userId="ce5bcbea4a6ab9f5" providerId="LiveId" clId="{7544F865-C791-4635-9099-67C1FC795CBA}" dt="2023-09-24T20:09:50.754" v="684" actId="14100"/>
          <ac:picMkLst>
            <pc:docMk/>
            <pc:sldMk cId="4197054100" sldId="357"/>
            <ac:picMk id="7" creationId="{C9A84A44-9180-A604-F24E-4F3D651E7B6C}"/>
          </ac:picMkLst>
        </pc:picChg>
      </pc:sldChg>
      <pc:sldChg chg="modSp add mod">
        <pc:chgData name="Yuriy Tomka" userId="ce5bcbea4a6ab9f5" providerId="LiveId" clId="{7544F865-C791-4635-9099-67C1FC795CBA}" dt="2023-09-24T20:15:32.774" v="816" actId="20577"/>
        <pc:sldMkLst>
          <pc:docMk/>
          <pc:sldMk cId="4292864020" sldId="358"/>
        </pc:sldMkLst>
        <pc:spChg chg="mod">
          <ac:chgData name="Yuriy Tomka" userId="ce5bcbea4a6ab9f5" providerId="LiveId" clId="{7544F865-C791-4635-9099-67C1FC795CBA}" dt="2023-09-24T20:15:32.774" v="816" actId="20577"/>
          <ac:spMkLst>
            <pc:docMk/>
            <pc:sldMk cId="4292864020" sldId="358"/>
            <ac:spMk id="2" creationId="{91C32E53-9FC5-111D-7EE1-B4A3A0881D7B}"/>
          </ac:spMkLst>
        </pc:spChg>
      </pc:sldChg>
      <pc:sldChg chg="modSp add mod">
        <pc:chgData name="Yuriy Tomka" userId="ce5bcbea4a6ab9f5" providerId="LiveId" clId="{7544F865-C791-4635-9099-67C1FC795CBA}" dt="2023-09-24T20:15:26.909" v="814" actId="20577"/>
        <pc:sldMkLst>
          <pc:docMk/>
          <pc:sldMk cId="608014532" sldId="359"/>
        </pc:sldMkLst>
        <pc:spChg chg="mod">
          <ac:chgData name="Yuriy Tomka" userId="ce5bcbea4a6ab9f5" providerId="LiveId" clId="{7544F865-C791-4635-9099-67C1FC795CBA}" dt="2023-09-24T20:15:26.909" v="814" actId="20577"/>
          <ac:spMkLst>
            <pc:docMk/>
            <pc:sldMk cId="608014532" sldId="359"/>
            <ac:spMk id="2" creationId="{91C32E53-9FC5-111D-7EE1-B4A3A0881D7B}"/>
          </ac:spMkLst>
        </pc:spChg>
      </pc:sldChg>
      <pc:sldChg chg="add del">
        <pc:chgData name="Yuriy Tomka" userId="ce5bcbea4a6ab9f5" providerId="LiveId" clId="{7544F865-C791-4635-9099-67C1FC795CBA}" dt="2023-09-24T20:16:25.799" v="842" actId="47"/>
        <pc:sldMkLst>
          <pc:docMk/>
          <pc:sldMk cId="2567590906" sldId="360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E023C03-C1F0-46D2-8445-73D9A57BF56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49E0F3FA-2740-4E74-9E70-9660A27C6D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28669275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246348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8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1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1.png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png"/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png"/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1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5.png"/><Relationship Id="rId1" Type="http://schemas.openxmlformats.org/officeDocument/2006/relationships/slideLayout" Target="../slideLayouts/slideLayout1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1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7.png"/><Relationship Id="rId1" Type="http://schemas.openxmlformats.org/officeDocument/2006/relationships/slideLayout" Target="../slideLayouts/slideLayout1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9.png"/><Relationship Id="rId2" Type="http://schemas.openxmlformats.org/officeDocument/2006/relationships/image" Target="../media/image98.png"/><Relationship Id="rId1" Type="http://schemas.openxmlformats.org/officeDocument/2006/relationships/slideLayout" Target="../slideLayouts/slideLayout1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1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1.png"/><Relationship Id="rId1" Type="http://schemas.openxmlformats.org/officeDocument/2006/relationships/slideLayout" Target="../slideLayouts/slideLayout1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B74jCYZebvg" TargetMode="External"/><Relationship Id="rId2" Type="http://schemas.openxmlformats.org/officeDocument/2006/relationships/hyperlink" Target="https://dotnetfiddle.net/TfEKn9" TargetMode="External"/><Relationship Id="rId1" Type="http://schemas.openxmlformats.org/officeDocument/2006/relationships/slideLayout" Target="../slideLayouts/slideLayout1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hyperlink" Target="https://dotnetfiddle.net/iI4Ra8" TargetMode="External"/><Relationship Id="rId2" Type="http://schemas.openxmlformats.org/officeDocument/2006/relationships/hyperlink" Target="https://dotnetfiddle.net/4daKtz" TargetMode="External"/><Relationship Id="rId1" Type="http://schemas.openxmlformats.org/officeDocument/2006/relationships/slideLayout" Target="../slideLayouts/slideLayout1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3.png"/><Relationship Id="rId2" Type="http://schemas.openxmlformats.org/officeDocument/2006/relationships/image" Target="../media/image102.png"/><Relationship Id="rId1" Type="http://schemas.openxmlformats.org/officeDocument/2006/relationships/slideLayout" Target="../slideLayouts/slideLayout1.xm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5.png"/><Relationship Id="rId2" Type="http://schemas.openxmlformats.org/officeDocument/2006/relationships/image" Target="../media/image104.png"/><Relationship Id="rId1" Type="http://schemas.openxmlformats.org/officeDocument/2006/relationships/slideLayout" Target="../slideLayouts/slideLayout1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6.png"/><Relationship Id="rId1" Type="http://schemas.openxmlformats.org/officeDocument/2006/relationships/slideLayout" Target="../slideLayouts/slideLayout1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7.png"/><Relationship Id="rId1" Type="http://schemas.openxmlformats.org/officeDocument/2006/relationships/slideLayout" Target="../slideLayouts/slideLayout1.xml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9.png"/><Relationship Id="rId2" Type="http://schemas.openxmlformats.org/officeDocument/2006/relationships/image" Target="../media/image10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0.png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2.png"/><Relationship Id="rId2" Type="http://schemas.openxmlformats.org/officeDocument/2006/relationships/image" Target="../media/image111.png"/><Relationship Id="rId1" Type="http://schemas.openxmlformats.org/officeDocument/2006/relationships/slideLayout" Target="../slideLayouts/slideLayout1.xml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4.png"/><Relationship Id="rId2" Type="http://schemas.openxmlformats.org/officeDocument/2006/relationships/image" Target="../media/image113.png"/><Relationship Id="rId1" Type="http://schemas.openxmlformats.org/officeDocument/2006/relationships/slideLayout" Target="../slideLayouts/slideLayout1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6.png"/><Relationship Id="rId2" Type="http://schemas.openxmlformats.org/officeDocument/2006/relationships/image" Target="../media/image115.png"/><Relationship Id="rId1" Type="http://schemas.openxmlformats.org/officeDocument/2006/relationships/slideLayout" Target="../slideLayouts/slideLayout1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7.png"/><Relationship Id="rId1" Type="http://schemas.openxmlformats.org/officeDocument/2006/relationships/slideLayout" Target="../slideLayouts/slideLayout1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8.png"/><Relationship Id="rId1" Type="http://schemas.openxmlformats.org/officeDocument/2006/relationships/slideLayout" Target="../slideLayouts/slideLayout1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9.png"/><Relationship Id="rId1" Type="http://schemas.openxmlformats.org/officeDocument/2006/relationships/slideLayout" Target="../slideLayouts/slideLayout1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1.xml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hyperlink" Target="https://learn.microsoft.com/ru-ru/dotnet/api/system.collections.icomparer?view=net-6.0" TargetMode="External"/><Relationship Id="rId2" Type="http://schemas.openxmlformats.org/officeDocument/2006/relationships/hyperlink" Target="https://dotnetfiddle.net/lefy5l" TargetMode="External"/><Relationship Id="rId1" Type="http://schemas.openxmlformats.org/officeDocument/2006/relationships/slideLayout" Target="../slideLayouts/slideLayout1.xml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hyperlink" Target="https://dotnetfiddle.net/9diSHu" TargetMode="External"/><Relationship Id="rId2" Type="http://schemas.openxmlformats.org/officeDocument/2006/relationships/hyperlink" Target="https://learn.microsoft.com/ru-ru/dotnet/api/system.icomparable-1?view=net-6.0#code-try-2" TargetMode="External"/><Relationship Id="rId1" Type="http://schemas.openxmlformats.org/officeDocument/2006/relationships/slideLayout" Target="../slideLayouts/slideLayout1.xml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-sharpcorner.com/article/icomparable-vs-icomparer-interface-in-c-sharp/" TargetMode="External"/><Relationship Id="rId2" Type="http://schemas.openxmlformats.org/officeDocument/2006/relationships/hyperlink" Target="https://dev.to/digionix/icomparable-vs-icomparer-274f" TargetMode="External"/><Relationship Id="rId1" Type="http://schemas.openxmlformats.org/officeDocument/2006/relationships/slideLayout" Target="../slideLayouts/slideLayout1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1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A06429F-2FA8-9E2C-28F8-253DD54F3139}"/>
              </a:ext>
            </a:extLst>
          </p:cNvPr>
          <p:cNvSpPr txBox="1"/>
          <p:nvPr/>
        </p:nvSpPr>
        <p:spPr>
          <a:xfrm>
            <a:off x="345623" y="1651383"/>
            <a:ext cx="609452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4800" dirty="0">
                <a:solidFill>
                  <a:srgbClr val="FF0000"/>
                </a:solidFill>
                <a:latin typeface="agave Nerd Font" panose="020B0509020404030204" pitchFamily="49" charset="0"/>
              </a:rPr>
              <a:t>Тема 5</a:t>
            </a:r>
            <a:endParaRPr lang="en-US" sz="4800" dirty="0">
              <a:solidFill>
                <a:srgbClr val="FF0000"/>
              </a:solidFill>
              <a:latin typeface="agave Nerd Font" panose="020B0509020404030204" pitchFamily="49" charset="0"/>
            </a:endParaRPr>
          </a:p>
          <a:p>
            <a:r>
              <a:rPr lang="ru-RU" sz="4800" dirty="0">
                <a:solidFill>
                  <a:srgbClr val="FF0000"/>
                </a:solidFill>
                <a:latin typeface="agave Nerd Font" panose="020B0509020404030204" pitchFamily="49" charset="0"/>
              </a:rPr>
              <a:t> </a:t>
            </a:r>
            <a:endParaRPr lang="en-US" sz="4800" dirty="0">
              <a:solidFill>
                <a:srgbClr val="FF0000"/>
              </a:solidFill>
              <a:latin typeface="agave Nerd Font" panose="020B0509020404030204" pitchFamily="49" charset="0"/>
            </a:endParaRPr>
          </a:p>
          <a:p>
            <a:r>
              <a:rPr lang="ru-RU" sz="4800" dirty="0" err="1">
                <a:solidFill>
                  <a:srgbClr val="FF0000"/>
                </a:solidFill>
                <a:latin typeface="agave Nerd Font" panose="020B0509020404030204" pitchFamily="49" charset="0"/>
              </a:rPr>
              <a:t>Інтерфейси</a:t>
            </a:r>
            <a:endParaRPr lang="ru-RU" sz="4800" dirty="0">
              <a:solidFill>
                <a:srgbClr val="FF0000"/>
              </a:solidFill>
              <a:latin typeface="agave Nerd Font" panose="020B0509020404030204" pitchFamily="49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F92F2E0-633C-F4E7-A0B1-5C4D4DC7DD9A}"/>
              </a:ext>
            </a:extLst>
          </p:cNvPr>
          <p:cNvSpPr txBox="1"/>
          <p:nvPr/>
        </p:nvSpPr>
        <p:spPr>
          <a:xfrm>
            <a:off x="8925050" y="4606038"/>
            <a:ext cx="292132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4800" dirty="0">
                <a:solidFill>
                  <a:schemeClr val="accent1">
                    <a:lumMod val="60000"/>
                    <a:lumOff val="40000"/>
                  </a:schemeClr>
                </a:solidFill>
                <a:latin typeface="agave Nerd Font" panose="020B0509020404030204" pitchFamily="49" charset="0"/>
              </a:rPr>
              <a:t>ЛЕКЦ</a:t>
            </a:r>
            <a:r>
              <a:rPr lang="uk-UA" sz="4800" dirty="0">
                <a:solidFill>
                  <a:schemeClr val="accent1">
                    <a:lumMod val="60000"/>
                    <a:lumOff val="40000"/>
                  </a:schemeClr>
                </a:solidFill>
                <a:latin typeface="agave Nerd Font" panose="020B0509020404030204" pitchFamily="49" charset="0"/>
              </a:rPr>
              <a:t>ІЯ </a:t>
            </a:r>
            <a:r>
              <a:rPr lang="en-US" sz="4800" dirty="0">
                <a:solidFill>
                  <a:schemeClr val="accent1">
                    <a:lumMod val="60000"/>
                    <a:lumOff val="40000"/>
                  </a:schemeClr>
                </a:solidFill>
                <a:latin typeface="agave Nerd Font" panose="020B0509020404030204" pitchFamily="49" charset="0"/>
              </a:rPr>
              <a:t>5</a:t>
            </a:r>
            <a:endParaRPr lang="ru-RU" sz="4800" dirty="0">
              <a:solidFill>
                <a:schemeClr val="accent1">
                  <a:lumMod val="60000"/>
                  <a:lumOff val="40000"/>
                </a:schemeClr>
              </a:solidFill>
              <a:latin typeface="agave Nerd Font" panose="020B05090204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763542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1C32E53-9FC5-111D-7EE1-B4A3A0881D7B}"/>
              </a:ext>
            </a:extLst>
          </p:cNvPr>
          <p:cNvSpPr txBox="1"/>
          <p:nvPr/>
        </p:nvSpPr>
        <p:spPr>
          <a:xfrm>
            <a:off x="1007919" y="2026227"/>
            <a:ext cx="5643004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4800" dirty="0">
                <a:solidFill>
                  <a:schemeClr val="accent1">
                    <a:lumMod val="60000"/>
                    <a:lumOff val="40000"/>
                  </a:schemeClr>
                </a:solidFill>
                <a:latin typeface="agave Nerd Font" panose="020B0509020404030204" pitchFamily="49" charset="0"/>
              </a:rPr>
              <a:t>ВСТУП</a:t>
            </a:r>
          </a:p>
          <a:p>
            <a:r>
              <a:rPr lang="ru-RU" sz="4800" dirty="0">
                <a:solidFill>
                  <a:schemeClr val="accent1">
                    <a:lumMod val="60000"/>
                    <a:lumOff val="40000"/>
                  </a:schemeClr>
                </a:solidFill>
                <a:latin typeface="agave Nerd Font" panose="020B0509020404030204" pitchFamily="49" charset="0"/>
              </a:rPr>
              <a:t>(ТЕОР</a:t>
            </a:r>
            <a:r>
              <a:rPr lang="uk-UA" sz="4800" dirty="0">
                <a:solidFill>
                  <a:schemeClr val="accent1">
                    <a:lumMod val="60000"/>
                    <a:lumOff val="40000"/>
                  </a:schemeClr>
                </a:solidFill>
                <a:latin typeface="agave Nerd Font" panose="020B0509020404030204" pitchFamily="49" charset="0"/>
              </a:rPr>
              <a:t>ІЯ ПО ІНТЕРФЕЙСАМ</a:t>
            </a:r>
            <a:r>
              <a:rPr lang="ru-RU" sz="4800" dirty="0">
                <a:solidFill>
                  <a:schemeClr val="accent1">
                    <a:lumMod val="60000"/>
                    <a:lumOff val="40000"/>
                  </a:schemeClr>
                </a:solidFill>
                <a:latin typeface="agave Nerd Font" panose="020B05090204040302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945661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2B7D00B8-5702-2C80-B7CD-8C8B27A228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9784" y="1722268"/>
            <a:ext cx="5433650" cy="322985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C9E177C-1F3B-27BE-F67A-39590AE4F831}"/>
              </a:ext>
            </a:extLst>
          </p:cNvPr>
          <p:cNvSpPr txBox="1"/>
          <p:nvPr/>
        </p:nvSpPr>
        <p:spPr>
          <a:xfrm>
            <a:off x="366204" y="707422"/>
            <a:ext cx="5226728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180340" algn="just"/>
            <a:r>
              <a:rPr lang="uk-UA" sz="1800" b="1" dirty="0">
                <a:effectLst/>
                <a:latin typeface="Garamond" panose="020204040303010108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Визначення інтерфейсу</a:t>
            </a:r>
            <a:endParaRPr lang="ru-RU" sz="1800" b="1" dirty="0">
              <a:effectLst/>
              <a:latin typeface="Garamond" panose="02020404030301010803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180340" algn="just"/>
            <a:r>
              <a:rPr lang="uk-UA" sz="1800" dirty="0">
                <a:effectLst/>
                <a:latin typeface="Garamond" panose="020204040303010108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Для визначення інтерфейсу використовується ключове слово </a:t>
            </a:r>
            <a:r>
              <a:rPr lang="uk-UA" sz="1800" b="1" dirty="0" err="1">
                <a:effectLst/>
                <a:latin typeface="Garamond" panose="020204040303010108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interface</a:t>
            </a:r>
            <a:r>
              <a:rPr lang="uk-UA" sz="1800" dirty="0">
                <a:effectLst/>
                <a:latin typeface="Garamond" panose="020204040303010108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. Як правило, назви інтерфейсів у C# починаються з головної букви</a:t>
            </a:r>
            <a:r>
              <a:rPr lang="uk-UA" sz="1800" b="1" dirty="0">
                <a:effectLst/>
                <a:latin typeface="Garamond" panose="020204040303010108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I</a:t>
            </a:r>
            <a:r>
              <a:rPr lang="uk-UA" sz="1800" dirty="0">
                <a:effectLst/>
                <a:latin typeface="Garamond" panose="020204040303010108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, наприклад, </a:t>
            </a:r>
            <a:r>
              <a:rPr lang="uk-UA" sz="1800" dirty="0" err="1">
                <a:effectLst/>
                <a:latin typeface="Garamond" panose="020204040303010108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IComparable</a:t>
            </a:r>
            <a:r>
              <a:rPr lang="uk-UA" sz="1800" dirty="0">
                <a:effectLst/>
                <a:latin typeface="Garamond" panose="020204040303010108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uk-UA" sz="1800" dirty="0" err="1">
                <a:effectLst/>
                <a:latin typeface="Garamond" panose="020204040303010108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IEnumerable</a:t>
            </a:r>
            <a:r>
              <a:rPr lang="uk-UA" sz="1800" dirty="0">
                <a:effectLst/>
                <a:latin typeface="Garamond" panose="020204040303010108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(так звана </a:t>
            </a:r>
            <a:r>
              <a:rPr lang="uk-UA" sz="1800" dirty="0" err="1">
                <a:effectLst/>
                <a:latin typeface="Garamond" panose="020204040303010108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венгерська</a:t>
            </a:r>
            <a:r>
              <a:rPr lang="uk-UA" sz="1800" dirty="0">
                <a:effectLst/>
                <a:latin typeface="Garamond" panose="020204040303010108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нотація), однак це не обов’язкове вимога, а більший стиль програмування.</a:t>
            </a:r>
            <a:endParaRPr lang="ru-RU" sz="1800" dirty="0">
              <a:effectLst/>
              <a:latin typeface="Garamond" panose="02020404030301010803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180340" algn="just"/>
            <a:r>
              <a:rPr lang="ru-RU" sz="1800" dirty="0" err="1">
                <a:effectLst/>
                <a:latin typeface="Garamond" panose="020204040303010108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Що</a:t>
            </a:r>
            <a:r>
              <a:rPr lang="ru-RU" sz="1800" dirty="0">
                <a:effectLst/>
                <a:latin typeface="Garamond" panose="020204040303010108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1800" dirty="0" err="1">
                <a:effectLst/>
                <a:latin typeface="Garamond" panose="020204040303010108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може</a:t>
            </a:r>
            <a:r>
              <a:rPr lang="ru-RU" sz="1800" dirty="0">
                <a:effectLst/>
                <a:latin typeface="Garamond" panose="020204040303010108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1800" dirty="0" err="1">
                <a:effectLst/>
                <a:latin typeface="Garamond" panose="020204040303010108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визначити</a:t>
            </a:r>
            <a:r>
              <a:rPr lang="ru-RU" sz="1800" dirty="0">
                <a:effectLst/>
                <a:latin typeface="Garamond" panose="020204040303010108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1800" dirty="0" err="1">
                <a:effectLst/>
                <a:latin typeface="Garamond" panose="020204040303010108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інтерфейс</a:t>
            </a:r>
            <a:r>
              <a:rPr lang="ru-RU" sz="1800" dirty="0">
                <a:effectLst/>
                <a:latin typeface="Garamond" panose="020204040303010108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? </a:t>
            </a:r>
            <a:r>
              <a:rPr lang="ru-RU" sz="1800" dirty="0" err="1">
                <a:effectLst/>
                <a:latin typeface="Garamond" panose="020204040303010108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Загалом</a:t>
            </a:r>
            <a:r>
              <a:rPr lang="ru-RU" sz="1800" dirty="0">
                <a:effectLst/>
                <a:latin typeface="Garamond" panose="020204040303010108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1800" dirty="0" err="1">
                <a:effectLst/>
                <a:latin typeface="Garamond" panose="020204040303010108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інтерфейси</a:t>
            </a:r>
            <a:r>
              <a:rPr lang="ru-RU" sz="1800" dirty="0">
                <a:effectLst/>
                <a:latin typeface="Garamond" panose="020204040303010108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1800" dirty="0" err="1">
                <a:effectLst/>
                <a:latin typeface="Garamond" panose="020204040303010108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можуть</a:t>
            </a:r>
            <a:r>
              <a:rPr lang="ru-RU" sz="1800" dirty="0">
                <a:effectLst/>
                <a:latin typeface="Garamond" panose="020204040303010108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1800" dirty="0" err="1">
                <a:effectLst/>
                <a:latin typeface="Garamond" panose="020204040303010108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визначати</a:t>
            </a:r>
            <a:r>
              <a:rPr lang="ru-RU" sz="1800" dirty="0">
                <a:effectLst/>
                <a:latin typeface="Garamond" panose="020204040303010108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1800" dirty="0" err="1">
                <a:effectLst/>
                <a:latin typeface="Garamond" panose="020204040303010108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такі</a:t>
            </a:r>
            <a:r>
              <a:rPr lang="ru-RU" sz="1800" dirty="0">
                <a:effectLst/>
                <a:latin typeface="Garamond" panose="020204040303010108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1800" dirty="0" err="1">
                <a:effectLst/>
                <a:latin typeface="Garamond" panose="020204040303010108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сутності</a:t>
            </a:r>
            <a:r>
              <a:rPr lang="ru-RU" sz="1800" dirty="0">
                <a:effectLst/>
                <a:latin typeface="Garamond" panose="020204040303010108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</a:p>
          <a:p>
            <a:pPr marL="342900" lvl="0" indent="-342900" algn="just">
              <a:buFont typeface="Symbol" panose="05050102010706020507" pitchFamily="18" charset="2"/>
              <a:buChar char=""/>
            </a:pPr>
            <a:r>
              <a:rPr lang="ru-RU" sz="1800" dirty="0" err="1">
                <a:effectLst/>
                <a:latin typeface="Garamond" panose="020204040303010108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Методи</a:t>
            </a:r>
            <a:endParaRPr lang="ru-RU" sz="1800" dirty="0">
              <a:effectLst/>
              <a:latin typeface="Garamond" panose="02020404030301010803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buFont typeface="Symbol" panose="05050102010706020507" pitchFamily="18" charset="2"/>
              <a:buChar char=""/>
            </a:pPr>
            <a:r>
              <a:rPr lang="ru-RU" sz="1800" dirty="0" err="1">
                <a:effectLst/>
                <a:latin typeface="Garamond" panose="020204040303010108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Властивості</a:t>
            </a:r>
            <a:endParaRPr lang="ru-RU" sz="1800" dirty="0">
              <a:effectLst/>
              <a:latin typeface="Garamond" panose="02020404030301010803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buFont typeface="Symbol" panose="05050102010706020507" pitchFamily="18" charset="2"/>
              <a:buChar char=""/>
            </a:pPr>
            <a:r>
              <a:rPr lang="ru-RU" sz="1800" dirty="0" err="1">
                <a:effectLst/>
                <a:latin typeface="Garamond" panose="020204040303010108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Індексатори</a:t>
            </a:r>
            <a:endParaRPr lang="ru-RU" sz="1800" dirty="0">
              <a:effectLst/>
              <a:latin typeface="Garamond" panose="02020404030301010803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buFont typeface="Symbol" panose="05050102010706020507" pitchFamily="18" charset="2"/>
              <a:buChar char=""/>
            </a:pPr>
            <a:r>
              <a:rPr lang="ru-RU" sz="1800" dirty="0" err="1">
                <a:effectLst/>
                <a:latin typeface="Garamond" panose="020204040303010108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Події</a:t>
            </a:r>
            <a:endParaRPr lang="ru-RU" sz="1800" dirty="0">
              <a:effectLst/>
              <a:latin typeface="Garamond" panose="02020404030301010803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buFont typeface="Symbol" panose="05050102010706020507" pitchFamily="18" charset="2"/>
              <a:buChar char=""/>
            </a:pPr>
            <a:r>
              <a:rPr lang="ru-RU" sz="1800" dirty="0" err="1">
                <a:effectLst/>
                <a:latin typeface="Garamond" panose="020204040303010108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Статичні</a:t>
            </a:r>
            <a:r>
              <a:rPr lang="ru-RU" sz="1800" dirty="0">
                <a:effectLst/>
                <a:latin typeface="Garamond" panose="020204040303010108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поля та </a:t>
            </a:r>
            <a:r>
              <a:rPr lang="ru-RU" sz="1800" dirty="0" err="1">
                <a:effectLst/>
                <a:latin typeface="Garamond" panose="020204040303010108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константи</a:t>
            </a:r>
            <a:r>
              <a:rPr lang="ru-RU" sz="1800" dirty="0">
                <a:effectLst/>
                <a:latin typeface="Garamond" panose="020204040303010108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(</a:t>
            </a:r>
            <a:r>
              <a:rPr lang="ru-RU" sz="1800" dirty="0" err="1">
                <a:effectLst/>
                <a:latin typeface="Garamond" panose="020204040303010108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починаючи</a:t>
            </a:r>
            <a:r>
              <a:rPr lang="ru-RU" sz="1800" dirty="0">
                <a:effectLst/>
                <a:latin typeface="Garamond" panose="020204040303010108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з </a:t>
            </a:r>
            <a:r>
              <a:rPr lang="ru-RU" sz="1800" dirty="0" err="1">
                <a:effectLst/>
                <a:latin typeface="Garamond" panose="020204040303010108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версії</a:t>
            </a:r>
            <a:r>
              <a:rPr lang="ru-RU" sz="1800" dirty="0">
                <a:effectLst/>
                <a:latin typeface="Garamond" panose="020204040303010108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C# 8.0)</a:t>
            </a:r>
          </a:p>
          <a:p>
            <a:pPr indent="180340" algn="just"/>
            <a:r>
              <a:rPr lang="ru-RU" sz="1800" dirty="0" err="1">
                <a:effectLst/>
                <a:latin typeface="Garamond" panose="020204040303010108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Проте</a:t>
            </a:r>
            <a:r>
              <a:rPr lang="ru-RU" sz="1800" dirty="0">
                <a:effectLst/>
                <a:latin typeface="Garamond" panose="020204040303010108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1800" dirty="0" err="1">
                <a:effectLst/>
                <a:latin typeface="Garamond" panose="020204040303010108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інтерфейси</a:t>
            </a:r>
            <a:r>
              <a:rPr lang="ru-RU" sz="1800" dirty="0">
                <a:effectLst/>
                <a:latin typeface="Garamond" panose="020204040303010108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1800" dirty="0" err="1">
                <a:effectLst/>
                <a:latin typeface="Garamond" panose="020204040303010108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що</a:t>
            </a:r>
            <a:r>
              <a:rPr lang="ru-RU" sz="1800" dirty="0">
                <a:effectLst/>
                <a:latin typeface="Garamond" panose="020204040303010108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1800" dirty="0" err="1">
                <a:effectLst/>
                <a:latin typeface="Garamond" panose="020204040303010108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неспроможні</a:t>
            </a:r>
            <a:r>
              <a:rPr lang="ru-RU" sz="1800" dirty="0">
                <a:effectLst/>
                <a:latin typeface="Garamond" panose="020204040303010108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1800" dirty="0" err="1">
                <a:effectLst/>
                <a:latin typeface="Garamond" panose="020204040303010108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визначати</a:t>
            </a:r>
            <a:r>
              <a:rPr lang="ru-RU" sz="1800" dirty="0">
                <a:effectLst/>
                <a:latin typeface="Garamond" panose="020204040303010108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1800" dirty="0" err="1">
                <a:effectLst/>
                <a:latin typeface="Garamond" panose="020204040303010108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нестатичні</a:t>
            </a:r>
            <a:r>
              <a:rPr lang="ru-RU" sz="1800" dirty="0">
                <a:effectLst/>
                <a:latin typeface="Garamond" panose="020204040303010108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1800" dirty="0" err="1">
                <a:effectLst/>
                <a:latin typeface="Garamond" panose="020204040303010108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змінні</a:t>
            </a:r>
            <a:r>
              <a:rPr lang="ru-RU" sz="1800" dirty="0">
                <a:effectLst/>
                <a:latin typeface="Garamond" panose="020204040303010108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 </a:t>
            </a:r>
            <a:r>
              <a:rPr lang="ru-RU" sz="1800" dirty="0" err="1">
                <a:effectLst/>
                <a:latin typeface="Garamond" panose="020204040303010108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Наприклад</a:t>
            </a:r>
            <a:r>
              <a:rPr lang="ru-RU" sz="1800" dirty="0">
                <a:effectLst/>
                <a:latin typeface="Garamond" panose="020204040303010108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ru-RU" sz="1800" dirty="0" err="1">
                <a:effectLst/>
                <a:latin typeface="Garamond" panose="020204040303010108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найпростіший</a:t>
            </a:r>
            <a:r>
              <a:rPr lang="ru-RU" sz="1800" dirty="0">
                <a:effectLst/>
                <a:latin typeface="Garamond" panose="020204040303010108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1800" dirty="0" err="1">
                <a:effectLst/>
                <a:latin typeface="Garamond" panose="020204040303010108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інтерфейс</a:t>
            </a:r>
            <a:r>
              <a:rPr lang="ru-RU" sz="1800" dirty="0">
                <a:effectLst/>
                <a:latin typeface="Garamond" panose="020204040303010108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ru-RU" sz="1800" dirty="0" err="1">
                <a:effectLst/>
                <a:latin typeface="Garamond" panose="020204040303010108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який</a:t>
            </a:r>
            <a:r>
              <a:rPr lang="ru-RU" sz="1800" dirty="0">
                <a:effectLst/>
                <a:latin typeface="Garamond" panose="020204040303010108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1800" dirty="0" err="1">
                <a:effectLst/>
                <a:latin typeface="Garamond" panose="020204040303010108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визначає</a:t>
            </a:r>
            <a:r>
              <a:rPr lang="ru-RU" sz="1800" dirty="0">
                <a:effectLst/>
                <a:latin typeface="Garamond" panose="020204040303010108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1800" dirty="0" err="1">
                <a:effectLst/>
                <a:latin typeface="Garamond" panose="020204040303010108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всі</a:t>
            </a:r>
            <a:r>
              <a:rPr lang="ru-RU" sz="1800" dirty="0">
                <a:effectLst/>
                <a:latin typeface="Garamond" panose="020204040303010108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1800" dirty="0" err="1">
                <a:effectLst/>
                <a:latin typeface="Garamond" panose="020204040303010108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ці</a:t>
            </a:r>
            <a:r>
              <a:rPr lang="ru-RU" sz="1800" dirty="0">
                <a:effectLst/>
                <a:latin typeface="Garamond" panose="020204040303010108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1800" dirty="0" err="1">
                <a:effectLst/>
                <a:latin typeface="Garamond" panose="020204040303010108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компоненти</a:t>
            </a:r>
            <a:r>
              <a:rPr lang="ru-RU" sz="1800" dirty="0">
                <a:effectLst/>
                <a:latin typeface="Garamond" panose="020204040303010108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33433683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3BF3CF9-F5A7-32F4-263A-75A032ED5CC3}"/>
              </a:ext>
            </a:extLst>
          </p:cNvPr>
          <p:cNvSpPr txBox="1"/>
          <p:nvPr/>
        </p:nvSpPr>
        <p:spPr>
          <a:xfrm>
            <a:off x="1044335" y="639139"/>
            <a:ext cx="10431261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180340" algn="just"/>
            <a:r>
              <a:rPr lang="uk-UA" sz="1800" b="1" dirty="0">
                <a:effectLst/>
                <a:latin typeface="Garamond" panose="020204040303010108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Модифікатори доступу</a:t>
            </a:r>
            <a:endParaRPr lang="ru-RU" sz="1800" dirty="0">
              <a:effectLst/>
              <a:latin typeface="Garamond" panose="02020404030301010803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180340" algn="just"/>
            <a:r>
              <a:rPr lang="uk-UA" sz="1800" dirty="0">
                <a:effectLst/>
                <a:latin typeface="Garamond" panose="020204040303010108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Ще один момент в оголошенні інтерфейсу: якщо його члени - методи та властивості не мають модифікаторів доступу, то фактично за умовчанням доступ public , оскільки мета інтерфейсу - визначення функціоналу для реалізації його класом. Це стосується також констант і статичних змінних, які в класах і структурах за замовчуванням мають модифікатор private. В інтерфейсах вони мають за замовчуванням модифікатор public. І наприклад, ми могли б звернутися до константи </a:t>
            </a:r>
            <a:r>
              <a:rPr lang="uk-UA" sz="1800" dirty="0" err="1">
                <a:effectLst/>
                <a:latin typeface="Garamond" panose="020204040303010108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minSpeed</a:t>
            </a:r>
            <a:r>
              <a:rPr lang="uk-UA" sz="1800" dirty="0">
                <a:effectLst/>
                <a:latin typeface="Garamond" panose="020204040303010108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uk-UA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​​</a:t>
            </a:r>
            <a:r>
              <a:rPr lang="uk-UA" sz="1800" dirty="0">
                <a:effectLst/>
                <a:latin typeface="Garamond" panose="02020404030301010803" pitchFamily="18" charset="0"/>
                <a:ea typeface="Calibri" panose="020F0502020204030204" pitchFamily="34" charset="0"/>
                <a:cs typeface="Garamond" panose="02020404030301010803" pitchFamily="18" charset="0"/>
              </a:rPr>
              <a:t>та</a:t>
            </a:r>
            <a:r>
              <a:rPr lang="uk-UA" sz="1800" dirty="0">
                <a:effectLst/>
                <a:latin typeface="Garamond" panose="020204040303010108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uk-UA" sz="1800" dirty="0">
                <a:effectLst/>
                <a:latin typeface="Garamond" panose="02020404030301010803" pitchFamily="18" charset="0"/>
                <a:ea typeface="Calibri" panose="020F0502020204030204" pitchFamily="34" charset="0"/>
                <a:cs typeface="Garamond" panose="02020404030301010803" pitchFamily="18" charset="0"/>
              </a:rPr>
              <a:t>змінної</a:t>
            </a:r>
            <a:r>
              <a:rPr lang="uk-UA" sz="1800" dirty="0">
                <a:effectLst/>
                <a:latin typeface="Garamond" panose="020204040303010108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uk-UA" sz="1800" dirty="0" err="1">
                <a:effectLst/>
                <a:latin typeface="Garamond" panose="020204040303010108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maxSpeed</a:t>
            </a:r>
            <a:r>
              <a:rPr lang="uk-UA" sz="1800" dirty="0">
                <a:effectLst/>
                <a:latin typeface="Garamond" panose="020204040303010108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uk-UA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​​</a:t>
            </a:r>
            <a:r>
              <a:rPr lang="uk-UA" sz="1800" dirty="0">
                <a:effectLst/>
                <a:latin typeface="Garamond" panose="02020404030301010803" pitchFamily="18" charset="0"/>
                <a:ea typeface="Calibri" panose="020F0502020204030204" pitchFamily="34" charset="0"/>
                <a:cs typeface="Garamond" panose="02020404030301010803" pitchFamily="18" charset="0"/>
              </a:rPr>
              <a:t>інтерфейсу</a:t>
            </a:r>
            <a:r>
              <a:rPr lang="uk-UA" sz="1800" dirty="0">
                <a:effectLst/>
                <a:latin typeface="Garamond" panose="020204040303010108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uk-UA" sz="1800" dirty="0" err="1">
                <a:effectLst/>
                <a:latin typeface="Garamond" panose="020204040303010108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IMovable</a:t>
            </a:r>
            <a:r>
              <a:rPr lang="uk-UA" sz="1800" dirty="0">
                <a:effectLst/>
                <a:latin typeface="Garamond" panose="020204040303010108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  <a:endParaRPr lang="ru-RU" sz="1800" dirty="0">
              <a:effectLst/>
              <a:latin typeface="Garamond" panose="02020404030301010803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06578A39-1802-3148-8FE2-9910232EA62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2580" b="8241"/>
          <a:stretch/>
        </p:blipFill>
        <p:spPr>
          <a:xfrm>
            <a:off x="3235779" y="3429000"/>
            <a:ext cx="6048375" cy="9351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20781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33E2EB15-A39E-9485-A114-9F7B4BBF31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3813" y="707014"/>
            <a:ext cx="9364374" cy="47407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96316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4CE0812F-6DAF-05B5-E1CD-D7452F1E25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552" y="423862"/>
            <a:ext cx="7829550" cy="6010275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446250A-0D0F-09C2-5587-98F23943D6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68441" y="2576080"/>
            <a:ext cx="6523185" cy="2629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30899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3535B458-3F5D-4C17-496E-A3BB58F1F5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7067" y="0"/>
            <a:ext cx="716929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29096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7DD63DA1-9A0A-1E8E-2E73-A9FCB09CC9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442" y="104342"/>
            <a:ext cx="6981825" cy="2867025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0A8D8B65-81A7-9508-F5CC-CEB69AEB64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99650" y="1465552"/>
            <a:ext cx="7163749" cy="4842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40845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DB5CC075-7D85-BC04-15D8-94564EF774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8178" y="0"/>
            <a:ext cx="9323677" cy="6843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83830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715D2597-B8BB-976E-E694-ACFFB2180A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2469" y="0"/>
            <a:ext cx="8007495" cy="6468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30759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242D35C1-22FF-77A9-DEB0-D381FDF797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736" y="0"/>
            <a:ext cx="7258050" cy="3886200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9A67085-C78B-3058-8E3C-8442CFD36E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0864" y="2655949"/>
            <a:ext cx="6321136" cy="42020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13998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0FF5CA84-8693-E623-9903-3EDEFDEAB1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4925" y="130876"/>
            <a:ext cx="10122477" cy="67271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11035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8F24888C-2732-3A3B-D5DE-8520937FEF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002" y="779750"/>
            <a:ext cx="10369132" cy="49144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85378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8C176B34-9058-1726-326B-0FA7F8449F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1777" y="634277"/>
            <a:ext cx="10397406" cy="54028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552120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9A5C3047-ED19-4D15-ABB1-BD81BE7A06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8127" y="613063"/>
            <a:ext cx="10077018" cy="53726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392627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6EAB5984-56EA-9610-A9D0-DA08BCDC77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9656" y="1128712"/>
            <a:ext cx="9188580" cy="4600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983345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462D8878-48CE-490F-885A-5EC270CF2A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3544" y="423823"/>
            <a:ext cx="8264237" cy="6010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742628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7EBAE0F9-3F12-E6C6-8DDB-1A2813DB42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80" y="0"/>
            <a:ext cx="9265595" cy="6858000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2D869A34-561C-9175-D7BB-D48D458DAC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9218" y="3176587"/>
            <a:ext cx="5902782" cy="1353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651650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AC5F1F04-BCDF-936A-4BE0-76E7BD9839F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267"/>
          <a:stretch/>
        </p:blipFill>
        <p:spPr>
          <a:xfrm>
            <a:off x="0" y="-1"/>
            <a:ext cx="8582891" cy="4259431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F1FB31AF-A1B3-3139-30CB-E5ACB76D76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52087" y="4062845"/>
            <a:ext cx="9939913" cy="27951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733288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629A0BD1-6664-5BC3-60FC-440F526005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3519"/>
            <a:ext cx="7863336" cy="3909580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5745DD15-F677-B1EC-8603-7612F808695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3310"/>
          <a:stretch/>
        </p:blipFill>
        <p:spPr>
          <a:xfrm>
            <a:off x="5086062" y="3834245"/>
            <a:ext cx="6982979" cy="30237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314211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F05A1221-2E6F-04F4-89D4-E59C29D0BD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2867" y="72737"/>
            <a:ext cx="9829367" cy="64631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66022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25F03DC4-7D12-5E56-254E-392A9A65E1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6530" y="230763"/>
            <a:ext cx="9842198" cy="60453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939325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43AF2918-7D87-C323-EAC3-7AB098AF8E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8136082" cy="3447305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0F7EBFD5-84C4-C92B-1B41-548DEFD3EE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4203" y="3283527"/>
            <a:ext cx="8579160" cy="36368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854671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1C32E53-9FC5-111D-7EE1-B4A3A0881D7B}"/>
              </a:ext>
            </a:extLst>
          </p:cNvPr>
          <p:cNvSpPr txBox="1"/>
          <p:nvPr/>
        </p:nvSpPr>
        <p:spPr>
          <a:xfrm>
            <a:off x="758537" y="1536174"/>
            <a:ext cx="5643004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4800" dirty="0">
                <a:solidFill>
                  <a:schemeClr val="accent1">
                    <a:lumMod val="60000"/>
                    <a:lumOff val="40000"/>
                  </a:schemeClr>
                </a:solidFill>
                <a:latin typeface="agave Nerd Font" panose="020B0509020404030204" pitchFamily="49" charset="0"/>
              </a:rPr>
              <a:t>ВСТУП</a:t>
            </a:r>
          </a:p>
          <a:p>
            <a:r>
              <a:rPr lang="ru-RU" sz="4800" dirty="0">
                <a:solidFill>
                  <a:schemeClr val="accent1">
                    <a:lumMod val="60000"/>
                    <a:lumOff val="40000"/>
                  </a:schemeClr>
                </a:solidFill>
                <a:latin typeface="agave Nerd Font" panose="020B0509020404030204" pitchFamily="49" charset="0"/>
              </a:rPr>
              <a:t>(</a:t>
            </a:r>
            <a:r>
              <a:rPr lang="uk-UA" sz="4800" dirty="0">
                <a:solidFill>
                  <a:schemeClr val="accent1">
                    <a:lumMod val="60000"/>
                    <a:lumOff val="40000"/>
                  </a:schemeClr>
                </a:solidFill>
                <a:latin typeface="agave Nerd Font" panose="020B0509020404030204" pitchFamily="49" charset="0"/>
              </a:rPr>
              <a:t>Систематизація </a:t>
            </a:r>
            <a:r>
              <a:rPr lang="en-US" sz="4800" dirty="0">
                <a:solidFill>
                  <a:schemeClr val="accent1">
                    <a:lumMod val="60000"/>
                    <a:lumOff val="40000"/>
                  </a:schemeClr>
                </a:solidFill>
                <a:latin typeface="agave Nerd Font" panose="020B0509020404030204" pitchFamily="49" charset="0"/>
              </a:rPr>
              <a:t>/</a:t>
            </a:r>
            <a:r>
              <a:rPr lang="uk-UA" sz="4800" dirty="0">
                <a:solidFill>
                  <a:schemeClr val="accent1">
                    <a:lumMod val="60000"/>
                    <a:lumOff val="40000"/>
                  </a:schemeClr>
                </a:solidFill>
                <a:latin typeface="agave Nerd Font" panose="020B0509020404030204" pitchFamily="49" charset="0"/>
              </a:rPr>
              <a:t> закріплення</a:t>
            </a:r>
            <a:r>
              <a:rPr lang="ru-RU" sz="4800" dirty="0">
                <a:solidFill>
                  <a:schemeClr val="accent1">
                    <a:lumMod val="60000"/>
                    <a:lumOff val="40000"/>
                  </a:schemeClr>
                </a:solidFill>
                <a:latin typeface="agave Nerd Font" panose="020B0509020404030204" pitchFamily="49" charset="0"/>
              </a:rPr>
              <a:t>)</a:t>
            </a:r>
            <a:endParaRPr lang="en-US" sz="4800" dirty="0">
              <a:solidFill>
                <a:schemeClr val="accent1">
                  <a:lumMod val="60000"/>
                  <a:lumOff val="40000"/>
                </a:schemeClr>
              </a:solidFill>
              <a:latin typeface="agave Nerd Font" panose="020B0509020404030204" pitchFamily="49" charset="0"/>
            </a:endParaRPr>
          </a:p>
          <a:p>
            <a:endParaRPr lang="en-US" sz="4800" dirty="0">
              <a:solidFill>
                <a:schemeClr val="accent1">
                  <a:lumMod val="60000"/>
                  <a:lumOff val="40000"/>
                </a:schemeClr>
              </a:solidFill>
              <a:latin typeface="agave Nerd Font" panose="020B0509020404030204" pitchFamily="49" charset="0"/>
            </a:endParaRPr>
          </a:p>
          <a:p>
            <a:r>
              <a:rPr lang="ru-RU" sz="4800" dirty="0">
                <a:solidFill>
                  <a:schemeClr val="accent1">
                    <a:lumMod val="60000"/>
                    <a:lumOff val="40000"/>
                  </a:schemeClr>
                </a:solidFill>
                <a:latin typeface="agave Nerd Font" panose="020B0509020404030204" pitchFamily="49" charset="0"/>
              </a:rPr>
              <a:t>До 7.0 </a:t>
            </a:r>
            <a:r>
              <a:rPr lang="ru-RU" sz="48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gave Nerd Font" panose="020B0509020404030204" pitchFamily="49" charset="0"/>
              </a:rPr>
              <a:t>включно</a:t>
            </a:r>
            <a:endParaRPr lang="ru-RU" sz="4800" dirty="0">
              <a:solidFill>
                <a:schemeClr val="accent1">
                  <a:lumMod val="60000"/>
                  <a:lumOff val="40000"/>
                </a:schemeClr>
              </a:solidFill>
              <a:latin typeface="agave Nerd Font" panose="020B05090204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1887416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1C8308B3-2282-45B6-BECB-18D0D0E22C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0262" y="0"/>
            <a:ext cx="6945478" cy="68071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738970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5990D0DA-D796-4482-9654-567C82D809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973" y="0"/>
            <a:ext cx="8693906" cy="67914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723617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B9D27B44-6C4B-479B-9AC1-AC02A53774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5866" y="0"/>
            <a:ext cx="6992295" cy="6858000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F65509E-F3F1-4FAD-B0A3-4B7771F1D4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7879" y="2624570"/>
            <a:ext cx="3289494" cy="1124470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A04FE47E-E6C9-40D0-AFFF-126F4E3A2C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2940" y="2707697"/>
            <a:ext cx="3289494" cy="112447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87DC897-43D2-AA85-88B7-258552651FDB}"/>
              </a:ext>
            </a:extLst>
          </p:cNvPr>
          <p:cNvSpPr txBox="1"/>
          <p:nvPr/>
        </p:nvSpPr>
        <p:spPr>
          <a:xfrm rot="16200000">
            <a:off x="-2408245" y="3136613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  <a:latin typeface="agave Nerd Font Mono" panose="020B0509020404030204" pitchFamily="49" charset="0"/>
              </a:rPr>
              <a:t>DEMO -&gt; example p</a:t>
            </a:r>
            <a:r>
              <a:rPr lang="uk-UA" sz="3200" dirty="0">
                <a:solidFill>
                  <a:srgbClr val="FF0000"/>
                </a:solidFill>
                <a:latin typeface="agave Nerd Font Mono" panose="020B0509020404030204" pitchFamily="49" charset="0"/>
              </a:rPr>
              <a:t>389</a:t>
            </a:r>
            <a:endParaRPr lang="ru-RU" sz="3200" dirty="0">
              <a:solidFill>
                <a:srgbClr val="FF0000"/>
              </a:solidFill>
              <a:latin typeface="agave Nerd Font Mono" panose="020B05090204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8523767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474BF4D2-17B3-0562-3FA7-FF0D6F9E65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206" y="0"/>
            <a:ext cx="10736840" cy="6278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758845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25D31A08-39BA-4B53-A2EF-7C8E550D1A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6340" y="515760"/>
            <a:ext cx="10033723" cy="5826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099693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CA445013-FCBD-9E7A-5AD5-617E883B92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6106" y="1144200"/>
            <a:ext cx="10779787" cy="52837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746697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5DA4EB1-5F82-430B-3C49-6CD2B3CBF0C3}"/>
              </a:ext>
            </a:extLst>
          </p:cNvPr>
          <p:cNvSpPr txBox="1"/>
          <p:nvPr/>
        </p:nvSpPr>
        <p:spPr>
          <a:xfrm rot="16200000">
            <a:off x="-2263170" y="2644170"/>
            <a:ext cx="609600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  <a:latin typeface="agave Nerd Font Mono" panose="020B0509020404030204" pitchFamily="49" charset="0"/>
              </a:rPr>
              <a:t>DEMO -&gt; example p</a:t>
            </a:r>
            <a:r>
              <a:rPr lang="uk-UA" sz="3200" dirty="0">
                <a:solidFill>
                  <a:srgbClr val="FF0000"/>
                </a:solidFill>
                <a:latin typeface="agave Nerd Font Mono" panose="020B0509020404030204" pitchFamily="49" charset="0"/>
              </a:rPr>
              <a:t>39</a:t>
            </a:r>
            <a:r>
              <a:rPr lang="en-US" sz="3200" dirty="0">
                <a:solidFill>
                  <a:srgbClr val="FF0000"/>
                </a:solidFill>
                <a:latin typeface="agave Nerd Font Mono" panose="020B0509020404030204" pitchFamily="49" charset="0"/>
              </a:rPr>
              <a:t>0</a:t>
            </a:r>
          </a:p>
          <a:p>
            <a:pPr algn="ctr"/>
            <a:r>
              <a:rPr lang="en-US" sz="3200" dirty="0" err="1">
                <a:solidFill>
                  <a:srgbClr val="FF0000"/>
                </a:solidFill>
                <a:latin typeface="agave Nerd Font Mono" panose="020B0509020404030204" pitchFamily="49" charset="0"/>
              </a:rPr>
              <a:t>IComparable</a:t>
            </a:r>
            <a:endParaRPr lang="en-US" sz="3200" dirty="0">
              <a:solidFill>
                <a:srgbClr val="FF0000"/>
              </a:solidFill>
              <a:latin typeface="agave Nerd Font Mono" panose="020B0509020404030204" pitchFamily="49" charset="0"/>
            </a:endParaRPr>
          </a:p>
          <a:p>
            <a:pPr algn="ctr"/>
            <a:endParaRPr lang="ru-RU" sz="3200" dirty="0">
              <a:solidFill>
                <a:srgbClr val="FF0000"/>
              </a:solidFill>
              <a:latin typeface="agave Nerd Font Mono" panose="020B0509020404030204" pitchFamily="49" charset="0"/>
            </a:endParaRP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4CFD95E1-BA31-2359-EF5B-24AFA62221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0499" y="2916315"/>
            <a:ext cx="8156874" cy="3941685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97847E4B-42E1-431E-4330-CD510FD7C4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4829" y="176605"/>
            <a:ext cx="8044677" cy="1523103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9DC7FBDF-BB54-23FE-4C62-F6254657C3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98011" y="1951953"/>
            <a:ext cx="6052521" cy="1815756"/>
          </a:xfrm>
          <a:prstGeom prst="rect">
            <a:avLst/>
          </a:prstGeom>
        </p:spPr>
      </p:pic>
      <p:sp>
        <p:nvSpPr>
          <p:cNvPr id="11" name="Стрелка: изогнутая вверх 10">
            <a:extLst>
              <a:ext uri="{FF2B5EF4-FFF2-40B4-BE49-F238E27FC236}">
                <a16:creationId xmlns:a16="http://schemas.microsoft.com/office/drawing/2014/main" id="{3B58E73B-8053-D2D0-A24A-F424A086C2F4}"/>
              </a:ext>
            </a:extLst>
          </p:cNvPr>
          <p:cNvSpPr/>
          <p:nvPr/>
        </p:nvSpPr>
        <p:spPr>
          <a:xfrm rot="10800000" flipH="1">
            <a:off x="8452205" y="742118"/>
            <a:ext cx="1162131" cy="685800"/>
          </a:xfrm>
          <a:prstGeom prst="bent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6818596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B136233-B4F9-5140-BB17-36BC149AB37C}"/>
              </a:ext>
            </a:extLst>
          </p:cNvPr>
          <p:cNvSpPr txBox="1"/>
          <p:nvPr/>
        </p:nvSpPr>
        <p:spPr>
          <a:xfrm rot="16200000">
            <a:off x="-2263170" y="2644170"/>
            <a:ext cx="609600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  <a:latin typeface="agave Nerd Font Mono" panose="020B0509020404030204" pitchFamily="49" charset="0"/>
              </a:rPr>
              <a:t>DEMO -&gt; example p</a:t>
            </a:r>
            <a:r>
              <a:rPr lang="uk-UA" sz="3200" dirty="0">
                <a:solidFill>
                  <a:srgbClr val="FF0000"/>
                </a:solidFill>
                <a:latin typeface="agave Nerd Font Mono" panose="020B0509020404030204" pitchFamily="49" charset="0"/>
              </a:rPr>
              <a:t>390</a:t>
            </a:r>
            <a:endParaRPr lang="en-US" sz="3200" dirty="0">
              <a:solidFill>
                <a:srgbClr val="FF0000"/>
              </a:solidFill>
              <a:latin typeface="agave Nerd Font Mono" panose="020B0509020404030204" pitchFamily="49" charset="0"/>
            </a:endParaRPr>
          </a:p>
          <a:p>
            <a:pPr algn="ctr"/>
            <a:r>
              <a:rPr lang="en-US" sz="3200" dirty="0" err="1">
                <a:solidFill>
                  <a:srgbClr val="FF0000"/>
                </a:solidFill>
                <a:latin typeface="agave Nerd Font Mono" panose="020B0509020404030204" pitchFamily="49" charset="0"/>
              </a:rPr>
              <a:t>IComparable</a:t>
            </a:r>
            <a:endParaRPr lang="en-US" sz="3200" dirty="0">
              <a:solidFill>
                <a:srgbClr val="FF0000"/>
              </a:solidFill>
              <a:latin typeface="agave Nerd Font Mono" panose="020B0509020404030204" pitchFamily="49" charset="0"/>
            </a:endParaRPr>
          </a:p>
          <a:p>
            <a:pPr algn="ctr"/>
            <a:endParaRPr lang="ru-RU" sz="3200" dirty="0">
              <a:solidFill>
                <a:srgbClr val="FF0000"/>
              </a:solidFill>
              <a:latin typeface="agave Nerd Font Mono" panose="020B0509020404030204" pitchFamily="49" charset="0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6B0BC78D-731F-17CF-0A03-E7F2E2BC66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9324" y="247650"/>
            <a:ext cx="5781675" cy="6362700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897FBB71-1A29-746C-7462-D442E739B8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839" y="5181600"/>
            <a:ext cx="3324225" cy="1295400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F83F75F2-9300-8562-CED8-138B9A02B9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7298" y="1775011"/>
            <a:ext cx="6438899" cy="2097741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AA5A451D-D369-71C1-1FF8-B425C93E52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3203" y="1775010"/>
            <a:ext cx="6438899" cy="2097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829438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B99143E1-447D-67E0-6D7C-1DBA9546B5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9175" y="376237"/>
            <a:ext cx="10153650" cy="6105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285867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A0047D24-C52B-E775-11B4-C8A7C351FF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7328" y="0"/>
            <a:ext cx="901734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187082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203F92F8-F3C9-561A-321D-9848B4B551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7817" y="382730"/>
            <a:ext cx="9994756" cy="5748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711759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DC754794-2A0A-445B-6661-56042AA776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9287" y="176212"/>
            <a:ext cx="8353425" cy="650557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09160E4-F27D-F8AD-54CD-6E15F518F41B}"/>
              </a:ext>
            </a:extLst>
          </p:cNvPr>
          <p:cNvSpPr txBox="1"/>
          <p:nvPr/>
        </p:nvSpPr>
        <p:spPr>
          <a:xfrm rot="16200000">
            <a:off x="-2263170" y="2890391"/>
            <a:ext cx="609600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  <a:latin typeface="agave Nerd Font Mono" panose="020B0509020404030204" pitchFamily="49" charset="0"/>
              </a:rPr>
              <a:t>DEMO -&gt; example p</a:t>
            </a:r>
            <a:r>
              <a:rPr lang="uk-UA" sz="3200" dirty="0">
                <a:solidFill>
                  <a:srgbClr val="FF0000"/>
                </a:solidFill>
                <a:latin typeface="agave Nerd Font Mono" panose="020B0509020404030204" pitchFamily="49" charset="0"/>
              </a:rPr>
              <a:t>39</a:t>
            </a:r>
            <a:r>
              <a:rPr lang="en-US" sz="3200" dirty="0">
                <a:solidFill>
                  <a:srgbClr val="FF0000"/>
                </a:solidFill>
                <a:latin typeface="agave Nerd Font Mono" panose="020B0509020404030204" pitchFamily="49" charset="0"/>
              </a:rPr>
              <a:t>7</a:t>
            </a:r>
          </a:p>
          <a:p>
            <a:pPr algn="ctr"/>
            <a:endParaRPr lang="ru-RU" sz="3200" dirty="0">
              <a:solidFill>
                <a:srgbClr val="FF0000"/>
              </a:solidFill>
              <a:latin typeface="agave Nerd Font Mono" panose="020B05090204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2416797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5360A6FD-339A-FD1A-2EE9-F482C6100E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4037" y="352425"/>
            <a:ext cx="8543925" cy="6153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925496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1DE25B55-D313-E605-0426-164E062FCE3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40758"/>
          <a:stretch/>
        </p:blipFill>
        <p:spPr>
          <a:xfrm>
            <a:off x="611310" y="441613"/>
            <a:ext cx="9102298" cy="597477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B9C7117-1A68-FCEA-4C5D-68E99615E8D0}"/>
              </a:ext>
            </a:extLst>
          </p:cNvPr>
          <p:cNvSpPr txBox="1"/>
          <p:nvPr/>
        </p:nvSpPr>
        <p:spPr>
          <a:xfrm rot="16200000">
            <a:off x="-2263170" y="2890391"/>
            <a:ext cx="609600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  <a:latin typeface="agave Nerd Font Mono" panose="020B0509020404030204" pitchFamily="49" charset="0"/>
              </a:rPr>
              <a:t>DEMO -&gt; example p</a:t>
            </a:r>
            <a:r>
              <a:rPr lang="uk-UA" sz="3200" dirty="0">
                <a:solidFill>
                  <a:srgbClr val="FF0000"/>
                </a:solidFill>
                <a:latin typeface="agave Nerd Font Mono" panose="020B0509020404030204" pitchFamily="49" charset="0"/>
              </a:rPr>
              <a:t>39</a:t>
            </a:r>
            <a:r>
              <a:rPr lang="en-US" sz="3200" dirty="0">
                <a:solidFill>
                  <a:srgbClr val="FF0000"/>
                </a:solidFill>
                <a:latin typeface="agave Nerd Font Mono" panose="020B0509020404030204" pitchFamily="49" charset="0"/>
              </a:rPr>
              <a:t>9</a:t>
            </a:r>
          </a:p>
          <a:p>
            <a:pPr algn="ctr"/>
            <a:endParaRPr lang="ru-RU" sz="3200" dirty="0">
              <a:solidFill>
                <a:srgbClr val="FF0000"/>
              </a:solidFill>
              <a:latin typeface="agave Nerd Font Mono" panose="020B0509020404030204" pitchFamily="49" charset="0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C869F36E-2150-9803-D199-0D56EEF6174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73561" r="16816"/>
          <a:stretch/>
        </p:blipFill>
        <p:spPr>
          <a:xfrm>
            <a:off x="5317205" y="0"/>
            <a:ext cx="6874795" cy="2421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376140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7FC4E841-601D-E610-F52C-6EEA9E6703C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35757"/>
          <a:stretch/>
        </p:blipFill>
        <p:spPr>
          <a:xfrm>
            <a:off x="930302" y="316375"/>
            <a:ext cx="8017987" cy="622524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91C6A74-AD75-00C9-56CA-11B02A50311D}"/>
              </a:ext>
            </a:extLst>
          </p:cNvPr>
          <p:cNvSpPr txBox="1"/>
          <p:nvPr/>
        </p:nvSpPr>
        <p:spPr>
          <a:xfrm rot="16200000">
            <a:off x="-2263170" y="2890391"/>
            <a:ext cx="609600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  <a:latin typeface="agave Nerd Font Mono" panose="020B0509020404030204" pitchFamily="49" charset="0"/>
              </a:rPr>
              <a:t>DEMO -&gt; example p401</a:t>
            </a:r>
          </a:p>
          <a:p>
            <a:pPr algn="ctr"/>
            <a:endParaRPr lang="ru-RU" sz="3200" dirty="0">
              <a:solidFill>
                <a:srgbClr val="FF0000"/>
              </a:solidFill>
              <a:latin typeface="agave Nerd Font Mono" panose="020B0509020404030204" pitchFamily="49" charset="0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EABAAC6-3D65-DEC4-F8B6-1161E1E1726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1215" t="75656" r="29232" b="3283"/>
          <a:stretch/>
        </p:blipFill>
        <p:spPr>
          <a:xfrm>
            <a:off x="7511254" y="3917373"/>
            <a:ext cx="4569608" cy="29406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656086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CFF8596F-F53D-13AC-C0C4-44F7734E2C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7817" y="197428"/>
            <a:ext cx="7000875" cy="1371600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C2D54B65-9DDF-1D19-F378-F0BFE7F907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772" y="2896033"/>
            <a:ext cx="6968782" cy="3795711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10585D92-D65C-892B-0624-59EF4955F0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1772" y="460664"/>
            <a:ext cx="2770909" cy="2216727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7C561B3F-99C6-C97E-321A-83271CA9377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63516" y="3855027"/>
            <a:ext cx="5772150" cy="27432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5DB5E8B-701E-29B9-086D-7ECB68316573}"/>
              </a:ext>
            </a:extLst>
          </p:cNvPr>
          <p:cNvSpPr txBox="1"/>
          <p:nvPr/>
        </p:nvSpPr>
        <p:spPr>
          <a:xfrm rot="16200000">
            <a:off x="-2263170" y="2890391"/>
            <a:ext cx="609600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  <a:latin typeface="agave Nerd Font Mono" panose="020B0509020404030204" pitchFamily="49" charset="0"/>
              </a:rPr>
              <a:t>DEMO -&gt; example p404</a:t>
            </a:r>
          </a:p>
          <a:p>
            <a:pPr algn="ctr"/>
            <a:endParaRPr lang="ru-RU" sz="3200" dirty="0">
              <a:solidFill>
                <a:srgbClr val="FF0000"/>
              </a:solidFill>
              <a:latin typeface="agave Nerd Font Mono" panose="020B05090204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0917128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771FBEDE-3E1A-11A4-BFFA-811D4A926A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350" y="1312718"/>
            <a:ext cx="10835299" cy="4007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159642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2D32B1FA-F364-A745-D3D9-A626BC7F19B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35455"/>
          <a:stretch/>
        </p:blipFill>
        <p:spPr>
          <a:xfrm>
            <a:off x="1608400" y="155863"/>
            <a:ext cx="7750601" cy="4426527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30EEB4D3-9C29-4268-D306-C0E87316977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73384" r="21891"/>
          <a:stretch/>
        </p:blipFill>
        <p:spPr>
          <a:xfrm>
            <a:off x="3845881" y="4367646"/>
            <a:ext cx="8259529" cy="2490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76499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3B48467A-1ABF-878B-DCE3-E814A601F7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7500" y="88429"/>
            <a:ext cx="10199284" cy="66811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423152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CCEB62F0-AD02-F5EA-C244-B35A5684BB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3440" y="0"/>
            <a:ext cx="6306483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7700044-C037-727E-2AF3-32D9CE9C86A6}"/>
              </a:ext>
            </a:extLst>
          </p:cNvPr>
          <p:cNvSpPr txBox="1"/>
          <p:nvPr/>
        </p:nvSpPr>
        <p:spPr>
          <a:xfrm rot="16200000">
            <a:off x="-2263170" y="2890391"/>
            <a:ext cx="609600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  <a:latin typeface="agave Nerd Font Mono" panose="020B0509020404030204" pitchFamily="49" charset="0"/>
              </a:rPr>
              <a:t>DEMO -&gt; example p408</a:t>
            </a:r>
          </a:p>
          <a:p>
            <a:pPr algn="ctr"/>
            <a:endParaRPr lang="ru-RU" sz="3200" dirty="0">
              <a:solidFill>
                <a:srgbClr val="FF0000"/>
              </a:solidFill>
              <a:latin typeface="agave Nerd Font Mono" panose="020B0509020404030204" pitchFamily="49" charset="0"/>
            </a:endParaRP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F5094BD5-4895-D67B-F94C-54D9614E8D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6884644" y="1670104"/>
            <a:ext cx="6537578" cy="3197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919613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7F8756B4-6E2B-A881-1AED-7A6FC98FA7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7781" y="668916"/>
            <a:ext cx="10396438" cy="5326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296702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7CCA65BF-ACC2-8852-E1EA-8DE57D9FDB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235" y="295039"/>
            <a:ext cx="10763683" cy="65629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158458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05D0DEA-656A-B1EA-850F-96358850EDE4}"/>
              </a:ext>
            </a:extLst>
          </p:cNvPr>
          <p:cNvSpPr txBox="1"/>
          <p:nvPr/>
        </p:nvSpPr>
        <p:spPr>
          <a:xfrm rot="16200000">
            <a:off x="-2408643" y="2890390"/>
            <a:ext cx="609600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  <a:latin typeface="agave Nerd Font Mono" panose="020B0509020404030204" pitchFamily="49" charset="0"/>
              </a:rPr>
              <a:t>DEMO -&gt; example p411</a:t>
            </a:r>
          </a:p>
          <a:p>
            <a:pPr algn="ctr"/>
            <a:endParaRPr lang="ru-RU" sz="3200" dirty="0">
              <a:solidFill>
                <a:srgbClr val="FF0000"/>
              </a:solidFill>
              <a:latin typeface="agave Nerd Font Mono" panose="020B0509020404030204" pitchFamily="49" charset="0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8F9F115B-55BD-85E4-2C58-7442A11097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9357" y="1504948"/>
            <a:ext cx="5002530" cy="3848100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C9A84A44-9180-A604-F24E-4F3D651E7B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3830" y="0"/>
            <a:ext cx="645226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705410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1C32E53-9FC5-111D-7EE1-B4A3A0881D7B}"/>
              </a:ext>
            </a:extLst>
          </p:cNvPr>
          <p:cNvSpPr txBox="1"/>
          <p:nvPr/>
        </p:nvSpPr>
        <p:spPr>
          <a:xfrm>
            <a:off x="758537" y="1536174"/>
            <a:ext cx="5643004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4800" dirty="0">
                <a:solidFill>
                  <a:schemeClr val="accent1">
                    <a:lumMod val="60000"/>
                    <a:lumOff val="40000"/>
                  </a:schemeClr>
                </a:solidFill>
                <a:latin typeface="agave Nerd Font" panose="020B0509020404030204" pitchFamily="49" charset="0"/>
              </a:rPr>
              <a:t>ВСТУП</a:t>
            </a:r>
          </a:p>
          <a:p>
            <a:r>
              <a:rPr lang="ru-RU" sz="4800" dirty="0">
                <a:solidFill>
                  <a:schemeClr val="accent1">
                    <a:lumMod val="60000"/>
                    <a:lumOff val="40000"/>
                  </a:schemeClr>
                </a:solidFill>
                <a:latin typeface="agave Nerd Font" panose="020B0509020404030204" pitchFamily="49" charset="0"/>
              </a:rPr>
              <a:t>(</a:t>
            </a:r>
            <a:r>
              <a:rPr lang="uk-UA" sz="4800" dirty="0">
                <a:solidFill>
                  <a:schemeClr val="accent1">
                    <a:lumMod val="60000"/>
                    <a:lumOff val="40000"/>
                  </a:schemeClr>
                </a:solidFill>
                <a:latin typeface="agave Nerd Font" panose="020B0509020404030204" pitchFamily="49" charset="0"/>
              </a:rPr>
              <a:t>Систематизація </a:t>
            </a:r>
            <a:r>
              <a:rPr lang="en-US" sz="4800" dirty="0">
                <a:solidFill>
                  <a:schemeClr val="accent1">
                    <a:lumMod val="60000"/>
                    <a:lumOff val="40000"/>
                  </a:schemeClr>
                </a:solidFill>
                <a:latin typeface="agave Nerd Font" panose="020B0509020404030204" pitchFamily="49" charset="0"/>
              </a:rPr>
              <a:t>/</a:t>
            </a:r>
            <a:r>
              <a:rPr lang="uk-UA" sz="4800" dirty="0">
                <a:solidFill>
                  <a:schemeClr val="accent1">
                    <a:lumMod val="60000"/>
                    <a:lumOff val="40000"/>
                  </a:schemeClr>
                </a:solidFill>
                <a:latin typeface="agave Nerd Font" panose="020B0509020404030204" pitchFamily="49" charset="0"/>
              </a:rPr>
              <a:t> закріплення</a:t>
            </a:r>
            <a:r>
              <a:rPr lang="ru-RU" sz="4800" dirty="0">
                <a:solidFill>
                  <a:schemeClr val="accent1">
                    <a:lumMod val="60000"/>
                    <a:lumOff val="40000"/>
                  </a:schemeClr>
                </a:solidFill>
                <a:latin typeface="agave Nerd Font" panose="020B0509020404030204" pitchFamily="49" charset="0"/>
              </a:rPr>
              <a:t>)</a:t>
            </a:r>
            <a:endParaRPr lang="en-US" sz="4800" dirty="0">
              <a:solidFill>
                <a:schemeClr val="accent1">
                  <a:lumMod val="60000"/>
                  <a:lumOff val="40000"/>
                </a:schemeClr>
              </a:solidFill>
              <a:latin typeface="agave Nerd Font" panose="020B0509020404030204" pitchFamily="49" charset="0"/>
            </a:endParaRPr>
          </a:p>
          <a:p>
            <a:endParaRPr lang="en-US" sz="4800" dirty="0">
              <a:solidFill>
                <a:schemeClr val="accent1">
                  <a:lumMod val="60000"/>
                  <a:lumOff val="40000"/>
                </a:schemeClr>
              </a:solidFill>
              <a:latin typeface="agave Nerd Font" panose="020B0509020404030204" pitchFamily="49" charset="0"/>
            </a:endParaRPr>
          </a:p>
          <a:p>
            <a:r>
              <a:rPr lang="ru-RU" sz="4800" dirty="0">
                <a:solidFill>
                  <a:schemeClr val="accent1">
                    <a:lumMod val="60000"/>
                    <a:lumOff val="40000"/>
                  </a:schemeClr>
                </a:solidFill>
                <a:latin typeface="agave Nerd Font" panose="020B0509020404030204" pitchFamily="49" charset="0"/>
              </a:rPr>
              <a:t>П</a:t>
            </a:r>
            <a:r>
              <a:rPr lang="uk-UA" sz="48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gave Nerd Font" panose="020B0509020404030204" pitchFamily="49" charset="0"/>
              </a:rPr>
              <a:t>ісля</a:t>
            </a:r>
            <a:r>
              <a:rPr lang="uk-UA" sz="4800" dirty="0">
                <a:solidFill>
                  <a:schemeClr val="accent1">
                    <a:lumMod val="60000"/>
                    <a:lumOff val="40000"/>
                  </a:schemeClr>
                </a:solidFill>
                <a:latin typeface="agave Nerd Font" panose="020B0509020404030204" pitchFamily="49" charset="0"/>
              </a:rPr>
              <a:t> 8.0</a:t>
            </a:r>
            <a:endParaRPr lang="ru-RU" sz="4800" dirty="0">
              <a:solidFill>
                <a:schemeClr val="accent1">
                  <a:lumMod val="60000"/>
                  <a:lumOff val="40000"/>
                </a:schemeClr>
              </a:solidFill>
              <a:latin typeface="agave Nerd Font" panose="020B05090204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9350530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46C8ACD6-DC8D-4CC7-95C1-DF9C722554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6489" y="903012"/>
            <a:ext cx="10599021" cy="5051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867196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330E56E7-49F0-4FF5-BF08-A2C3A73151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360" y="1018699"/>
            <a:ext cx="11593766" cy="42635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265154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D2E4ABF3-A94B-49E5-83CC-A01E304080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955" y="1622800"/>
            <a:ext cx="11680090" cy="3612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466271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934AD4FA-DF51-4610-83A8-619F0286EF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001" y="316924"/>
            <a:ext cx="6905625" cy="3314700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EC8E629E-3635-4F9E-AC1B-DD42CE45D1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2605" y="4830734"/>
            <a:ext cx="9886950" cy="1485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3735895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804177DA-C55F-4BCA-9466-59BECD0D1D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6760" y="0"/>
            <a:ext cx="4791075" cy="828675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8E201D40-2A42-4EB8-AAEC-DF2E977B3C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2411" y="974494"/>
            <a:ext cx="6734175" cy="5391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188898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BAB05F0F-8CF3-4B36-9B16-1D3183F84B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4787" y="363682"/>
            <a:ext cx="7368367" cy="53958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6378824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21E12CCC-EB6B-4B4C-86DC-F84276584F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4385" y="862750"/>
            <a:ext cx="9447242" cy="5132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5572842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A1FD9721-7291-4CA6-8B15-7447A07146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334" y="0"/>
            <a:ext cx="1010933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9254607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D3F7589A-E856-443A-A352-6C11DDB5EC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414" y="72217"/>
            <a:ext cx="10239375" cy="4286250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E92EA2A8-17D4-4A80-B5E6-5B4F731298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20705" y="2830657"/>
            <a:ext cx="4867275" cy="3819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0786877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5B2BDC95-206E-4030-890A-3A7B476B4F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7262" y="433387"/>
            <a:ext cx="10277475" cy="5991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5245270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2CE0CCF2-402F-4B9B-9F0D-A3861050B7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7262" y="942975"/>
            <a:ext cx="10277475" cy="4972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1355248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D954202A-7515-4F0A-A39B-7D273D4B50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9572" y="0"/>
            <a:ext cx="10315575" cy="3933825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EB2D47B7-0E61-4758-9A20-BA2CCB3481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432831"/>
            <a:ext cx="5651318" cy="5414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6754776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58250DD6-9766-4B95-AA4C-92C8A2289F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006600"/>
            <a:ext cx="12192000" cy="284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5476142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2997B26B-F968-47AE-8E64-744F2C0BA3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4409" y="231284"/>
            <a:ext cx="7877175" cy="676275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EAC6C4C-571C-4644-B2EE-87426CBC5C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56226" y="1139622"/>
            <a:ext cx="5248275" cy="3743325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C7745FE7-07EF-4D31-80B6-104FA199C7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15378" y="5115011"/>
            <a:ext cx="7896225" cy="1133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3681656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43BE7230-3934-4D9F-A320-A60E6AA156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7411" y="0"/>
            <a:ext cx="717717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2100430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9A7F13AE-E59A-4411-8C4D-525E88CE97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1497" y="0"/>
            <a:ext cx="10930457" cy="6612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2118160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9D4851D5-40A9-4FB4-9245-5855282EA3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7000" y="281593"/>
            <a:ext cx="9977611" cy="5765338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150E914C-FE55-40FD-95E4-BA09AEDCE8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194" y="796982"/>
            <a:ext cx="9977611" cy="5765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7414497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789B493C-0795-4752-BBB0-A2E0A5E92D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3498" y="0"/>
            <a:ext cx="792500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8492234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7189EC4E-2FA9-4FDF-97C5-4FF7704D7B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19884" y="2683451"/>
            <a:ext cx="4191450" cy="3077267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4626562-F101-4DF3-AEC9-F72366178D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90925" y="1206384"/>
            <a:ext cx="5010150" cy="57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4368834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61060890-5741-445C-91D1-5037CAA431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7122" y="2462059"/>
            <a:ext cx="4646814" cy="3274897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DC5D7C25-BBB9-4B26-9F16-08516BEAD3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38562" y="1009131"/>
            <a:ext cx="4714875" cy="666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9166222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4459CAAC-B98C-420E-96BE-24630E54FD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6937" y="0"/>
            <a:ext cx="78581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9508005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A163F84F-D2F2-4466-A232-BB89A8C3B2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08695" y="1867591"/>
            <a:ext cx="3974609" cy="4065353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08FA4FD9-4096-4578-BAC4-BD8C86EF5B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71850" y="1053292"/>
            <a:ext cx="5448300" cy="495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2578862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C720FB7E-AEFF-4346-95C9-00B9EBA7B4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8192" y="1385281"/>
            <a:ext cx="6244244" cy="38225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4711604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049C891-1BBF-6C5C-B914-6A5864FF0B42}"/>
              </a:ext>
            </a:extLst>
          </p:cNvPr>
          <p:cNvSpPr txBox="1"/>
          <p:nvPr/>
        </p:nvSpPr>
        <p:spPr>
          <a:xfrm>
            <a:off x="729961" y="2782669"/>
            <a:ext cx="6094268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gave Nerd Font" panose="020B0509020404030204" pitchFamily="49" charset="0"/>
              </a:rPr>
              <a:t>IEnumerable</a:t>
            </a:r>
            <a:r>
              <a:rPr lang="en-U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gave Nerd Font" panose="020B0509020404030204" pitchFamily="49" charset="0"/>
              </a:rPr>
              <a:t> &amp; </a:t>
            </a:r>
            <a:r>
              <a:rPr lang="en-U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gave Nerd Font" panose="020B0509020404030204" pitchFamily="49" charset="0"/>
              </a:rPr>
              <a:t>IEnumerator</a:t>
            </a:r>
            <a:endParaRPr lang="ru-RU" sz="4400" dirty="0">
              <a:solidFill>
                <a:schemeClr val="accent1">
                  <a:lumMod val="60000"/>
                  <a:lumOff val="40000"/>
                </a:schemeClr>
              </a:solidFill>
              <a:latin typeface="agave Nerd Font" panose="020B05090204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7262548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91D42889-59EF-474C-9FBA-DF7569E6D7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148" y="957176"/>
            <a:ext cx="11348814" cy="4188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1454121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255478CA-6D04-4D3A-8A8D-6C08D9DFEF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03964"/>
            <a:ext cx="12192000" cy="64500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5437384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A0F307D4-C3E1-4EE7-A9AB-DA610D02A9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3026"/>
            <a:ext cx="12192000" cy="6331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4829461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6E006BD4-D6F3-4405-9F5B-8D0FD24179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1925"/>
            <a:ext cx="12192000" cy="67341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8529262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5741D2F-B839-4516-8BDD-DC4AA6381C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7525" y="1737360"/>
            <a:ext cx="6076950" cy="457200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6B2948F0-E6CD-4BD8-BE2E-9262FE8F5D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5124" y="2735926"/>
            <a:ext cx="3585870" cy="2166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0541789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132BDD5F-AB7E-4F13-97AD-ED9E3092DB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1158" y="842876"/>
            <a:ext cx="4648200" cy="307657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5A64BE4-9BB1-4FD8-94F6-9DFBF8654A7B}"/>
              </a:ext>
            </a:extLst>
          </p:cNvPr>
          <p:cNvSpPr txBox="1"/>
          <p:nvPr/>
        </p:nvSpPr>
        <p:spPr>
          <a:xfrm>
            <a:off x="838891" y="4358516"/>
            <a:ext cx="1010897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0" i="0" dirty="0">
                <a:solidFill>
                  <a:srgbClr val="242021"/>
                </a:solidFill>
                <a:effectLst/>
                <a:latin typeface="UtopiaStd-Regular9"/>
              </a:rPr>
              <a:t>The </a:t>
            </a:r>
            <a:r>
              <a:rPr lang="en-US" sz="1800" b="0" i="0" dirty="0">
                <a:solidFill>
                  <a:srgbClr val="242021"/>
                </a:solidFill>
                <a:effectLst/>
                <a:latin typeface="TheSansMonoConNormal9"/>
              </a:rPr>
              <a:t>yield </a:t>
            </a:r>
            <a:r>
              <a:rPr lang="en-US" sz="1800" b="0" i="0" dirty="0">
                <a:solidFill>
                  <a:srgbClr val="242021"/>
                </a:solidFill>
                <a:effectLst/>
                <a:latin typeface="UtopiaStd-Regular9"/>
              </a:rPr>
              <a:t>keyword is used to specify the value (or values) to be returned to the caller’s </a:t>
            </a:r>
            <a:r>
              <a:rPr lang="en-US" sz="1800" b="0" i="0" dirty="0">
                <a:solidFill>
                  <a:srgbClr val="242021"/>
                </a:solidFill>
                <a:effectLst/>
                <a:latin typeface="TheSansMonoConNormal9"/>
              </a:rPr>
              <a:t>foreach </a:t>
            </a:r>
            <a:r>
              <a:rPr lang="en-US" sz="1800" b="0" i="0" dirty="0">
                <a:solidFill>
                  <a:srgbClr val="242021"/>
                </a:solidFill>
                <a:effectLst/>
                <a:latin typeface="UtopiaStd-Regular9"/>
              </a:rPr>
              <a:t>construct. When the </a:t>
            </a:r>
            <a:r>
              <a:rPr lang="en-US" sz="1800" b="0" i="0" dirty="0">
                <a:solidFill>
                  <a:srgbClr val="242021"/>
                </a:solidFill>
                <a:effectLst/>
                <a:latin typeface="TheSansMonoConNormal9"/>
              </a:rPr>
              <a:t>yield return </a:t>
            </a:r>
            <a:r>
              <a:rPr lang="en-US" sz="1800" b="0" i="0" dirty="0">
                <a:solidFill>
                  <a:srgbClr val="242021"/>
                </a:solidFill>
                <a:effectLst/>
                <a:latin typeface="UtopiaStd-Regular9"/>
              </a:rPr>
              <a:t>statement is reached, the current location in the container is stored, and execution is restarted from this location the next time the iterator is called.</a:t>
            </a:r>
            <a:r>
              <a:rPr lang="en-US" dirty="0"/>
              <a:t> </a:t>
            </a:r>
            <a:br>
              <a:rPr lang="en-US" dirty="0"/>
            </a:b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49503225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7F17FBB9-B0E2-4648-A6C3-9610A1C468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2425" y="0"/>
            <a:ext cx="778804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1737075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D14820F-D9CA-468B-8DE3-8BC1F3B8E0FE}"/>
              </a:ext>
            </a:extLst>
          </p:cNvPr>
          <p:cNvSpPr txBox="1"/>
          <p:nvPr/>
        </p:nvSpPr>
        <p:spPr>
          <a:xfrm>
            <a:off x="4403667" y="2379810"/>
            <a:ext cx="609738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>
                <a:hlinkClick r:id="rId2"/>
              </a:rPr>
              <a:t>https://dotnetfiddle.net/TfEKn9</a:t>
            </a:r>
            <a:endParaRPr lang="en-US" b="1" dirty="0"/>
          </a:p>
          <a:p>
            <a:endParaRPr lang="ru-RU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F8EA92A-52C4-4099-B8A8-4C1BD9FBD3A2}"/>
              </a:ext>
            </a:extLst>
          </p:cNvPr>
          <p:cNvSpPr txBox="1"/>
          <p:nvPr/>
        </p:nvSpPr>
        <p:spPr>
          <a:xfrm>
            <a:off x="3672147" y="3508694"/>
            <a:ext cx="609738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hlinkClick r:id="rId3"/>
              </a:rPr>
              <a:t>https://www.youtube.com/watch?v=B74jCYZebvg</a:t>
            </a:r>
            <a:endParaRPr lang="en-US" dirty="0"/>
          </a:p>
          <a:p>
            <a:endParaRPr lang="ru-RU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6F30307-41C9-4257-9F6B-D438CB122E01}"/>
              </a:ext>
            </a:extLst>
          </p:cNvPr>
          <p:cNvSpPr txBox="1"/>
          <p:nvPr/>
        </p:nvSpPr>
        <p:spPr>
          <a:xfrm>
            <a:off x="4037909" y="871050"/>
            <a:ext cx="609738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5400" b="1" dirty="0" err="1"/>
              <a:t>IEnumerable</a:t>
            </a:r>
            <a:endParaRPr lang="ru-RU" sz="5400" b="1" dirty="0"/>
          </a:p>
        </p:txBody>
      </p:sp>
    </p:spTree>
    <p:extLst>
      <p:ext uri="{BB962C8B-B14F-4D97-AF65-F5344CB8AC3E}">
        <p14:creationId xmlns:p14="http://schemas.microsoft.com/office/powerpoint/2010/main" val="3937664552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177B6FF-D3AC-4555-979F-EDFB53C19373}"/>
              </a:ext>
            </a:extLst>
          </p:cNvPr>
          <p:cNvSpPr txBox="1"/>
          <p:nvPr/>
        </p:nvSpPr>
        <p:spPr>
          <a:xfrm>
            <a:off x="3397827" y="3930034"/>
            <a:ext cx="6097384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200" b="1" dirty="0">
                <a:hlinkClick r:id="rId2"/>
              </a:rPr>
              <a:t>https://dotnetfiddle.net/4daKtz</a:t>
            </a:r>
            <a:endParaRPr lang="en-US" sz="3200" b="1" dirty="0"/>
          </a:p>
          <a:p>
            <a:endParaRPr lang="ru-RU" sz="32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1F68413-6F42-4340-B5FC-30118F2D26A8}"/>
              </a:ext>
            </a:extLst>
          </p:cNvPr>
          <p:cNvSpPr txBox="1"/>
          <p:nvPr/>
        </p:nvSpPr>
        <p:spPr>
          <a:xfrm>
            <a:off x="3397827" y="2584539"/>
            <a:ext cx="6097384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200" b="1" dirty="0">
                <a:hlinkClick r:id="rId3"/>
              </a:rPr>
              <a:t>https://dotnetfiddle.net/iI4Ra8</a:t>
            </a:r>
            <a:endParaRPr lang="en-US" sz="3200" b="1" dirty="0"/>
          </a:p>
          <a:p>
            <a:endParaRPr lang="ru-RU" sz="32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C78C6DA-D32F-4634-B9C6-6AED0E0790B3}"/>
              </a:ext>
            </a:extLst>
          </p:cNvPr>
          <p:cNvSpPr txBox="1"/>
          <p:nvPr/>
        </p:nvSpPr>
        <p:spPr>
          <a:xfrm>
            <a:off x="5401194" y="542698"/>
            <a:ext cx="6097384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4400" b="1" dirty="0" err="1"/>
              <a:t>yield</a:t>
            </a:r>
            <a:endParaRPr lang="ru-RU" sz="4400" b="1" dirty="0"/>
          </a:p>
        </p:txBody>
      </p:sp>
    </p:spTree>
    <p:extLst>
      <p:ext uri="{BB962C8B-B14F-4D97-AF65-F5344CB8AC3E}">
        <p14:creationId xmlns:p14="http://schemas.microsoft.com/office/powerpoint/2010/main" val="932475251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1C32E53-9FC5-111D-7EE1-B4A3A0881D7B}"/>
              </a:ext>
            </a:extLst>
          </p:cNvPr>
          <p:cNvSpPr txBox="1"/>
          <p:nvPr/>
        </p:nvSpPr>
        <p:spPr>
          <a:xfrm>
            <a:off x="452996" y="2897383"/>
            <a:ext cx="564300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8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gave Nerd Font" panose="020B0509020404030204" pitchFamily="49" charset="0"/>
              </a:rPr>
              <a:t>IClonable</a:t>
            </a:r>
            <a:endParaRPr lang="ru-RU" sz="4800" dirty="0">
              <a:solidFill>
                <a:schemeClr val="accent1">
                  <a:lumMod val="60000"/>
                  <a:lumOff val="40000"/>
                </a:schemeClr>
              </a:solidFill>
              <a:latin typeface="agave Nerd Font" panose="020B05090204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8014532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A1E83790-8C19-4067-B938-64FDE3A518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7569" y="327746"/>
            <a:ext cx="8572500" cy="1381125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8076B01D-8723-4E47-85B1-9B584F7420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20528" y="2979852"/>
            <a:ext cx="3518622" cy="186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9515080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612A04D6-32DE-4569-B698-77F75F3EE6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223" y="209550"/>
            <a:ext cx="8420100" cy="3219450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28EC1761-0A92-4CBC-8A0E-AA8DBD56B2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31757" y="3795972"/>
            <a:ext cx="8391525" cy="1809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6482683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8C3FAE65-3EC6-44AC-9430-CFC27E4C41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0535" y="1240587"/>
            <a:ext cx="7649388" cy="4004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0927107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89C1DBBC-9190-4A6B-9C53-4AD45A8AD1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3075" y="523875"/>
            <a:ext cx="8705850" cy="5810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1092242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FF1E4140-68D4-4126-9C53-17C3824D12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1539" y="521363"/>
            <a:ext cx="4305300" cy="428625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CB6008E0-F45E-486C-B6B0-7EAE668AC7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789" y="2058525"/>
            <a:ext cx="3333750" cy="3019425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83C819D3-DEE1-4617-A218-B6347D2495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54496" y="1007744"/>
            <a:ext cx="6886575" cy="5391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2673815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832C078B-A311-4AD8-82AB-A299CDF18E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592" y="1395412"/>
            <a:ext cx="5724525" cy="4067175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29188CBA-C0F7-484B-8C5B-CDAD6BF82D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7885" y="1395412"/>
            <a:ext cx="5391150" cy="4057650"/>
          </a:xfrm>
          <a:prstGeom prst="rect">
            <a:avLst/>
          </a:prstGeom>
        </p:spPr>
      </p:pic>
      <p:sp>
        <p:nvSpPr>
          <p:cNvPr id="6" name="Стрелка: вправо 5">
            <a:extLst>
              <a:ext uri="{FF2B5EF4-FFF2-40B4-BE49-F238E27FC236}">
                <a16:creationId xmlns:a16="http://schemas.microsoft.com/office/drawing/2014/main" id="{B52F4BA9-C7CE-4F10-9653-2F44DD7CADD3}"/>
              </a:ext>
            </a:extLst>
          </p:cNvPr>
          <p:cNvSpPr/>
          <p:nvPr/>
        </p:nvSpPr>
        <p:spPr>
          <a:xfrm>
            <a:off x="4763193" y="2908847"/>
            <a:ext cx="1630637" cy="103077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92844625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A2155E89-A5C1-4054-97D2-D3BFB094DD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745" y="2217506"/>
            <a:ext cx="5305425" cy="2905125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08C0F14F-48F7-4249-863A-BADED6E464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86130" y="2429827"/>
            <a:ext cx="4019550" cy="2181225"/>
          </a:xfrm>
          <a:prstGeom prst="rect">
            <a:avLst/>
          </a:prstGeom>
        </p:spPr>
      </p:pic>
      <p:sp>
        <p:nvSpPr>
          <p:cNvPr id="6" name="Стрелка: вправо 5">
            <a:extLst>
              <a:ext uri="{FF2B5EF4-FFF2-40B4-BE49-F238E27FC236}">
                <a16:creationId xmlns:a16="http://schemas.microsoft.com/office/drawing/2014/main" id="{7121986A-CA1D-4760-9EB3-51FAC2FC42CC}"/>
              </a:ext>
            </a:extLst>
          </p:cNvPr>
          <p:cNvSpPr/>
          <p:nvPr/>
        </p:nvSpPr>
        <p:spPr>
          <a:xfrm>
            <a:off x="5926975" y="3067396"/>
            <a:ext cx="1014152" cy="70658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92351613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1C32E53-9FC5-111D-7EE1-B4A3A0881D7B}"/>
              </a:ext>
            </a:extLst>
          </p:cNvPr>
          <p:cNvSpPr txBox="1"/>
          <p:nvPr/>
        </p:nvSpPr>
        <p:spPr>
          <a:xfrm>
            <a:off x="452996" y="2897383"/>
            <a:ext cx="564300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8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gave Nerd Font" panose="020B0509020404030204" pitchFamily="49" charset="0"/>
              </a:rPr>
              <a:t>IComparer</a:t>
            </a:r>
            <a:endParaRPr lang="ru-RU" sz="4800" dirty="0">
              <a:solidFill>
                <a:schemeClr val="accent1">
                  <a:lumMod val="60000"/>
                  <a:lumOff val="40000"/>
                </a:schemeClr>
              </a:solidFill>
              <a:latin typeface="agave Nerd Font" panose="020B05090204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92864020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EDB04108-1D4F-48F8-816C-DB44C46547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464" y="362144"/>
            <a:ext cx="10208464" cy="3256250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E6A465A5-63E4-4241-872B-E6A57E1C78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43387" y="3819872"/>
            <a:ext cx="3705225" cy="2343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0181571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121428BF-0B50-42D0-970B-AC02DB7BC0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8825" y="1950460"/>
            <a:ext cx="9857308" cy="2189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488857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48627CDC-FF2C-4979-A128-18B26D4D40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34042"/>
            <a:ext cx="12192000" cy="61899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4721097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EA194FE3-C6A1-447A-99BD-B350EEA028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363" y="1108233"/>
            <a:ext cx="11134094" cy="42326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1635243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3E55897A-6522-4700-AFC5-2A718FBF60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9969"/>
            <a:ext cx="12192000" cy="64780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7162322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4B8B7E3-A974-4A24-AA26-CC83F5EE5770}"/>
              </a:ext>
            </a:extLst>
          </p:cNvPr>
          <p:cNvSpPr txBox="1"/>
          <p:nvPr/>
        </p:nvSpPr>
        <p:spPr>
          <a:xfrm>
            <a:off x="4511732" y="3779081"/>
            <a:ext cx="609738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>
                <a:hlinkClick r:id="rId2"/>
              </a:rPr>
              <a:t>https://dotnetfiddle.net/lefy5l</a:t>
            </a:r>
            <a:endParaRPr lang="ru-RU" b="1" dirty="0"/>
          </a:p>
          <a:p>
            <a:endParaRPr lang="ru-RU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B52D3B2-95F9-4265-A1BA-4CAF15012212}"/>
              </a:ext>
            </a:extLst>
          </p:cNvPr>
          <p:cNvSpPr txBox="1"/>
          <p:nvPr/>
        </p:nvSpPr>
        <p:spPr>
          <a:xfrm>
            <a:off x="4854632" y="872430"/>
            <a:ext cx="609738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3600" b="1" i="0" dirty="0" err="1">
                <a:effectLst/>
                <a:highlight>
                  <a:srgbClr val="FFFF00"/>
                </a:highlight>
                <a:latin typeface="Segoe UI" panose="020B0502040204020203" pitchFamily="34" charset="0"/>
              </a:rPr>
              <a:t>IComparer</a:t>
            </a:r>
            <a:endParaRPr lang="ru-RU" sz="3600" b="1" i="0" dirty="0">
              <a:effectLst/>
              <a:highlight>
                <a:srgbClr val="FFFF00"/>
              </a:highlight>
              <a:latin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E36C96C-673D-4757-A56B-A4EC729330C9}"/>
              </a:ext>
            </a:extLst>
          </p:cNvPr>
          <p:cNvSpPr txBox="1"/>
          <p:nvPr/>
        </p:nvSpPr>
        <p:spPr>
          <a:xfrm>
            <a:off x="2225386" y="2155589"/>
            <a:ext cx="774122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dirty="0">
                <a:hlinkClick r:id="rId3"/>
              </a:rPr>
              <a:t>https://learn.microsoft.com/ru-ru/dotnet/api/system.collections.icomparer?view=net-6.0</a:t>
            </a:r>
            <a:endParaRPr lang="ru-RU" dirty="0"/>
          </a:p>
          <a:p>
            <a:pPr algn="ctr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5410058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8F59267E-1408-4D87-9E44-58150AC1F40B}"/>
              </a:ext>
            </a:extLst>
          </p:cNvPr>
          <p:cNvSpPr txBox="1"/>
          <p:nvPr/>
        </p:nvSpPr>
        <p:spPr>
          <a:xfrm>
            <a:off x="4295602" y="703193"/>
            <a:ext cx="353498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3200" b="1" i="0" dirty="0" err="1">
                <a:effectLst/>
                <a:highlight>
                  <a:srgbClr val="FFFF00"/>
                </a:highlight>
                <a:latin typeface="Segoe UI" panose="020B0502040204020203" pitchFamily="34" charset="0"/>
              </a:rPr>
              <a:t>IComparable</a:t>
            </a:r>
            <a:r>
              <a:rPr lang="en-US" sz="3200" b="1" i="0" dirty="0">
                <a:effectLst/>
                <a:highlight>
                  <a:srgbClr val="FFFF00"/>
                </a:highlight>
                <a:latin typeface="Segoe UI" panose="020B0502040204020203" pitchFamily="34" charset="0"/>
              </a:rPr>
              <a:t>&lt;T&gt;</a:t>
            </a:r>
            <a:endParaRPr lang="ru-RU" sz="3200" b="1" i="0" dirty="0">
              <a:effectLst/>
              <a:highlight>
                <a:srgbClr val="FFFF00"/>
              </a:highlight>
              <a:latin typeface="Segoe UI" panose="020B0502040204020203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DCB6E85-ADB5-42DD-9C2D-666F414884FC}"/>
              </a:ext>
            </a:extLst>
          </p:cNvPr>
          <p:cNvSpPr txBox="1"/>
          <p:nvPr/>
        </p:nvSpPr>
        <p:spPr>
          <a:xfrm>
            <a:off x="2635135" y="2397748"/>
            <a:ext cx="609738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dirty="0">
                <a:hlinkClick r:id="rId2"/>
              </a:rPr>
              <a:t>https://learn.microsoft.com/ru-ru/dotnet/api/system.icomparable-1?view=net-6.0#code-try-2</a:t>
            </a:r>
            <a:endParaRPr lang="ru-RU" dirty="0"/>
          </a:p>
          <a:p>
            <a:pPr algn="ctr"/>
            <a:endParaRPr lang="ru-RU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BFBD623-FC7B-46C5-87F2-119104DC64B1}"/>
              </a:ext>
            </a:extLst>
          </p:cNvPr>
          <p:cNvSpPr txBox="1"/>
          <p:nvPr/>
        </p:nvSpPr>
        <p:spPr>
          <a:xfrm>
            <a:off x="4295602" y="3998587"/>
            <a:ext cx="609738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>
                <a:hlinkClick r:id="rId3"/>
              </a:rPr>
              <a:t>https://dotnetfiddle.net/9diSHu</a:t>
            </a:r>
            <a:endParaRPr lang="en-US" b="1" dirty="0"/>
          </a:p>
          <a:p>
            <a:endParaRPr lang="ru-RU" b="1" dirty="0"/>
          </a:p>
        </p:txBody>
      </p:sp>
    </p:spTree>
    <p:extLst>
      <p:ext uri="{BB962C8B-B14F-4D97-AF65-F5344CB8AC3E}">
        <p14:creationId xmlns:p14="http://schemas.microsoft.com/office/powerpoint/2010/main" val="44086360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92B0CE1-48B4-4122-A2A1-64A2F1E9856F}"/>
              </a:ext>
            </a:extLst>
          </p:cNvPr>
          <p:cNvSpPr txBox="1"/>
          <p:nvPr/>
        </p:nvSpPr>
        <p:spPr>
          <a:xfrm>
            <a:off x="3045923" y="2171992"/>
            <a:ext cx="609738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hlinkClick r:id="rId2"/>
              </a:rPr>
              <a:t>https://dev.to/digionix/icomparable-vs-icomparer-274f</a:t>
            </a:r>
            <a:endParaRPr lang="en-US" dirty="0"/>
          </a:p>
          <a:p>
            <a:endParaRPr lang="ru-R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113D0A5-3116-42B6-8CB0-99A55937A097}"/>
              </a:ext>
            </a:extLst>
          </p:cNvPr>
          <p:cNvSpPr txBox="1"/>
          <p:nvPr/>
        </p:nvSpPr>
        <p:spPr>
          <a:xfrm>
            <a:off x="1898766" y="3716512"/>
            <a:ext cx="87249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hlinkClick r:id="rId3"/>
              </a:rPr>
              <a:t>https://www.c-sharpcorner.com/article/icomparable-vs-icomparer-interface-in-c-sharp/</a:t>
            </a:r>
            <a:endParaRPr lang="en-US" dirty="0"/>
          </a:p>
          <a:p>
            <a:endParaRPr lang="ru-RU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6777C04-6EFF-80DD-AD3F-92906145D794}"/>
              </a:ext>
            </a:extLst>
          </p:cNvPr>
          <p:cNvSpPr txBox="1"/>
          <p:nvPr/>
        </p:nvSpPr>
        <p:spPr>
          <a:xfrm>
            <a:off x="5147657" y="689028"/>
            <a:ext cx="353498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ru-RU" sz="3200" b="1" i="0" dirty="0">
                <a:effectLst/>
                <a:highlight>
                  <a:srgbClr val="FFFF00"/>
                </a:highlight>
                <a:latin typeface="Segoe UI" panose="020B0502040204020203" pitchFamily="34" charset="0"/>
              </a:rPr>
              <a:t>ЧИТАТИ</a:t>
            </a:r>
          </a:p>
        </p:txBody>
      </p:sp>
    </p:spTree>
    <p:extLst>
      <p:ext uri="{BB962C8B-B14F-4D97-AF65-F5344CB8AC3E}">
        <p14:creationId xmlns:p14="http://schemas.microsoft.com/office/powerpoint/2010/main" val="3579797641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 descr="Изображение выглядит как круг, Графика, Шрифт, графический дизайн&#10;&#10;Автоматически созданное описание">
            <a:extLst>
              <a:ext uri="{FF2B5EF4-FFF2-40B4-BE49-F238E27FC236}">
                <a16:creationId xmlns:a16="http://schemas.microsoft.com/office/drawing/2014/main" id="{13F647D4-A926-8EC3-BD22-656B950C74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6794991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338</TotalTime>
  <Words>439</Words>
  <Application>Microsoft Office PowerPoint</Application>
  <PresentationFormat>Широкоэкранный</PresentationFormat>
  <Paragraphs>55</Paragraphs>
  <Slides>99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11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99</vt:i4>
      </vt:variant>
    </vt:vector>
  </HeadingPairs>
  <TitlesOfParts>
    <vt:vector size="111" baseType="lpstr">
      <vt:lpstr>agave Nerd Font</vt:lpstr>
      <vt:lpstr>agave Nerd Font Mono</vt:lpstr>
      <vt:lpstr>Arial</vt:lpstr>
      <vt:lpstr>Calibri</vt:lpstr>
      <vt:lpstr>Calibri Light</vt:lpstr>
      <vt:lpstr>Garamond</vt:lpstr>
      <vt:lpstr>Segoe UI</vt:lpstr>
      <vt:lpstr>Symbol</vt:lpstr>
      <vt:lpstr>TheSansMonoConNormal9</vt:lpstr>
      <vt:lpstr>Times New Roman</vt:lpstr>
      <vt:lpstr>UtopiaStd-Regular9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Yuriy Tomka</dc:creator>
  <cp:lastModifiedBy>Yuriy Tomka</cp:lastModifiedBy>
  <cp:revision>3</cp:revision>
  <dcterms:created xsi:type="dcterms:W3CDTF">2022-10-02T19:29:19Z</dcterms:created>
  <dcterms:modified xsi:type="dcterms:W3CDTF">2023-09-25T09:41:37Z</dcterms:modified>
</cp:coreProperties>
</file>