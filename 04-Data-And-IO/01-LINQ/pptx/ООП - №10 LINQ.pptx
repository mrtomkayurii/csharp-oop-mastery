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0" r:id="rId2"/>
    <p:sldId id="35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36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62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6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64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94FB73-2AC7-4C11-BB88-D6590862F72E}" v="19" dt="2025-10-21T08:00:08.34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115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y Tomka" userId="ce5bcbea4a6ab9f5" providerId="LiveId" clId="{F194FB73-2AC7-4C11-BB88-D6590862F72E}"/>
    <pc:docChg chg="undo custSel addSld delSld modSld">
      <pc:chgData name="Yuriy Tomka" userId="ce5bcbea4a6ab9f5" providerId="LiveId" clId="{F194FB73-2AC7-4C11-BB88-D6590862F72E}" dt="2025-10-21T09:24:05.283" v="215" actId="1076"/>
      <pc:docMkLst>
        <pc:docMk/>
      </pc:docMkLst>
      <pc:sldChg chg="modSp mod">
        <pc:chgData name="Yuriy Tomka" userId="ce5bcbea4a6ab9f5" providerId="LiveId" clId="{F194FB73-2AC7-4C11-BB88-D6590862F72E}" dt="2025-10-21T06:34:55.743" v="3" actId="1076"/>
        <pc:sldMkLst>
          <pc:docMk/>
          <pc:sldMk cId="3814132293" sldId="274"/>
        </pc:sldMkLst>
        <pc:picChg chg="mod">
          <ac:chgData name="Yuriy Tomka" userId="ce5bcbea4a6ab9f5" providerId="LiveId" clId="{F194FB73-2AC7-4C11-BB88-D6590862F72E}" dt="2025-10-21T06:34:55.743" v="3" actId="1076"/>
          <ac:picMkLst>
            <pc:docMk/>
            <pc:sldMk cId="3814132293" sldId="274"/>
            <ac:picMk id="2" creationId="{00000000-0000-0000-0000-000000000000}"/>
          </ac:picMkLst>
        </pc:picChg>
      </pc:sldChg>
      <pc:sldChg chg="addSp modSp mod">
        <pc:chgData name="Yuriy Tomka" userId="ce5bcbea4a6ab9f5" providerId="LiveId" clId="{F194FB73-2AC7-4C11-BB88-D6590862F72E}" dt="2025-10-21T08:31:11.511" v="208" actId="403"/>
        <pc:sldMkLst>
          <pc:docMk/>
          <pc:sldMk cId="3173080459" sldId="275"/>
        </pc:sldMkLst>
        <pc:graphicFrameChg chg="add mod modGraphic">
          <ac:chgData name="Yuriy Tomka" userId="ce5bcbea4a6ab9f5" providerId="LiveId" clId="{F194FB73-2AC7-4C11-BB88-D6590862F72E}" dt="2025-10-21T08:31:11.511" v="208" actId="403"/>
          <ac:graphicFrameMkLst>
            <pc:docMk/>
            <pc:sldMk cId="3173080459" sldId="275"/>
            <ac:graphicFrameMk id="3" creationId="{5CD0D9B3-9A87-C43E-6297-001958974B4E}"/>
          </ac:graphicFrameMkLst>
        </pc:graphicFrameChg>
        <pc:picChg chg="mod">
          <ac:chgData name="Yuriy Tomka" userId="ce5bcbea4a6ab9f5" providerId="LiveId" clId="{F194FB73-2AC7-4C11-BB88-D6590862F72E}" dt="2025-10-21T07:42:00.887" v="4" actId="1076"/>
          <ac:picMkLst>
            <pc:docMk/>
            <pc:sldMk cId="3173080459" sldId="275"/>
            <ac:picMk id="2" creationId="{00000000-0000-0000-0000-000000000000}"/>
          </ac:picMkLst>
        </pc:picChg>
      </pc:sldChg>
      <pc:sldChg chg="modSp mod">
        <pc:chgData name="Yuriy Tomka" userId="ce5bcbea4a6ab9f5" providerId="LiveId" clId="{F194FB73-2AC7-4C11-BB88-D6590862F72E}" dt="2025-10-21T07:45:21.904" v="38" actId="14100"/>
        <pc:sldMkLst>
          <pc:docMk/>
          <pc:sldMk cId="3908473109" sldId="281"/>
        </pc:sldMkLst>
        <pc:picChg chg="mod">
          <ac:chgData name="Yuriy Tomka" userId="ce5bcbea4a6ab9f5" providerId="LiveId" clId="{F194FB73-2AC7-4C11-BB88-D6590862F72E}" dt="2025-10-21T07:45:21.904" v="38" actId="14100"/>
          <ac:picMkLst>
            <pc:docMk/>
            <pc:sldMk cId="3908473109" sldId="281"/>
            <ac:picMk id="2" creationId="{00000000-0000-0000-0000-000000000000}"/>
          </ac:picMkLst>
        </pc:picChg>
      </pc:sldChg>
      <pc:sldChg chg="addSp modSp mod">
        <pc:chgData name="Yuriy Tomka" userId="ce5bcbea4a6ab9f5" providerId="LiveId" clId="{F194FB73-2AC7-4C11-BB88-D6590862F72E}" dt="2025-10-21T07:48:23.120" v="64" actId="1076"/>
        <pc:sldMkLst>
          <pc:docMk/>
          <pc:sldMk cId="4239491442" sldId="286"/>
        </pc:sldMkLst>
        <pc:graphicFrameChg chg="add mod modGraphic">
          <ac:chgData name="Yuriy Tomka" userId="ce5bcbea4a6ab9f5" providerId="LiveId" clId="{F194FB73-2AC7-4C11-BB88-D6590862F72E}" dt="2025-10-21T07:48:23.120" v="64" actId="1076"/>
          <ac:graphicFrameMkLst>
            <pc:docMk/>
            <pc:sldMk cId="4239491442" sldId="286"/>
            <ac:graphicFrameMk id="3" creationId="{395B4764-E40D-5634-D50D-E3EB1B2D567B}"/>
          </ac:graphicFrameMkLst>
        </pc:graphicFrameChg>
        <pc:picChg chg="mod">
          <ac:chgData name="Yuriy Tomka" userId="ce5bcbea4a6ab9f5" providerId="LiveId" clId="{F194FB73-2AC7-4C11-BB88-D6590862F72E}" dt="2025-10-21T07:47:16.876" v="56" actId="1076"/>
          <ac:picMkLst>
            <pc:docMk/>
            <pc:sldMk cId="4239491442" sldId="286"/>
            <ac:picMk id="2" creationId="{00000000-0000-0000-0000-000000000000}"/>
          </ac:picMkLst>
        </pc:picChg>
      </pc:sldChg>
      <pc:sldChg chg="addSp modSp mod">
        <pc:chgData name="Yuriy Tomka" userId="ce5bcbea4a6ab9f5" providerId="LiveId" clId="{F194FB73-2AC7-4C11-BB88-D6590862F72E}" dt="2025-10-21T07:51:21.070" v="79" actId="1076"/>
        <pc:sldMkLst>
          <pc:docMk/>
          <pc:sldMk cId="1472755474" sldId="290"/>
        </pc:sldMkLst>
        <pc:graphicFrameChg chg="add mod modGraphic">
          <ac:chgData name="Yuriy Tomka" userId="ce5bcbea4a6ab9f5" providerId="LiveId" clId="{F194FB73-2AC7-4C11-BB88-D6590862F72E}" dt="2025-10-21T07:51:19.704" v="77" actId="1076"/>
          <ac:graphicFrameMkLst>
            <pc:docMk/>
            <pc:sldMk cId="1472755474" sldId="290"/>
            <ac:graphicFrameMk id="3" creationId="{B7B67408-E641-2261-6B44-68B3CB35AA2E}"/>
          </ac:graphicFrameMkLst>
        </pc:graphicFrameChg>
        <pc:picChg chg="mod">
          <ac:chgData name="Yuriy Tomka" userId="ce5bcbea4a6ab9f5" providerId="LiveId" clId="{F194FB73-2AC7-4C11-BB88-D6590862F72E}" dt="2025-10-21T07:51:21.070" v="79" actId="1076"/>
          <ac:picMkLst>
            <pc:docMk/>
            <pc:sldMk cId="1472755474" sldId="290"/>
            <ac:picMk id="2" creationId="{00000000-0000-0000-0000-000000000000}"/>
          </ac:picMkLst>
        </pc:picChg>
      </pc:sldChg>
      <pc:sldChg chg="addSp modSp mod">
        <pc:chgData name="Yuriy Tomka" userId="ce5bcbea4a6ab9f5" providerId="LiveId" clId="{F194FB73-2AC7-4C11-BB88-D6590862F72E}" dt="2025-10-21T09:07:54.800" v="210" actId="2161"/>
        <pc:sldMkLst>
          <pc:docMk/>
          <pc:sldMk cId="3609663035" sldId="302"/>
        </pc:sldMkLst>
        <pc:graphicFrameChg chg="add mod modGraphic">
          <ac:chgData name="Yuriy Tomka" userId="ce5bcbea4a6ab9f5" providerId="LiveId" clId="{F194FB73-2AC7-4C11-BB88-D6590862F72E}" dt="2025-10-21T09:07:54.800" v="210" actId="2161"/>
          <ac:graphicFrameMkLst>
            <pc:docMk/>
            <pc:sldMk cId="3609663035" sldId="302"/>
            <ac:graphicFrameMk id="3" creationId="{35FE21D0-B49C-A411-BD89-A38CD2F2C342}"/>
          </ac:graphicFrameMkLst>
        </pc:graphicFrameChg>
        <pc:picChg chg="mod">
          <ac:chgData name="Yuriy Tomka" userId="ce5bcbea4a6ab9f5" providerId="LiveId" clId="{F194FB73-2AC7-4C11-BB88-D6590862F72E}" dt="2025-10-21T07:51:38.471" v="80" actId="1076"/>
          <ac:picMkLst>
            <pc:docMk/>
            <pc:sldMk cId="3609663035" sldId="302"/>
            <ac:picMk id="2" creationId="{00000000-0000-0000-0000-000000000000}"/>
          </ac:picMkLst>
        </pc:picChg>
      </pc:sldChg>
      <pc:sldChg chg="modSp mod">
        <pc:chgData name="Yuriy Tomka" userId="ce5bcbea4a6ab9f5" providerId="LiveId" clId="{F194FB73-2AC7-4C11-BB88-D6590862F72E}" dt="2025-10-21T07:53:09.493" v="97" actId="1076"/>
        <pc:sldMkLst>
          <pc:docMk/>
          <pc:sldMk cId="3235969040" sldId="304"/>
        </pc:sldMkLst>
        <pc:picChg chg="mod">
          <ac:chgData name="Yuriy Tomka" userId="ce5bcbea4a6ab9f5" providerId="LiveId" clId="{F194FB73-2AC7-4C11-BB88-D6590862F72E}" dt="2025-10-21T07:53:09.493" v="97" actId="1076"/>
          <ac:picMkLst>
            <pc:docMk/>
            <pc:sldMk cId="3235969040" sldId="304"/>
            <ac:picMk id="2" creationId="{00000000-0000-0000-0000-000000000000}"/>
          </ac:picMkLst>
        </pc:picChg>
      </pc:sldChg>
      <pc:sldChg chg="modSp mod">
        <pc:chgData name="Yuriy Tomka" userId="ce5bcbea4a6ab9f5" providerId="LiveId" clId="{F194FB73-2AC7-4C11-BB88-D6590862F72E}" dt="2025-10-21T07:53:27.245" v="104" actId="1076"/>
        <pc:sldMkLst>
          <pc:docMk/>
          <pc:sldMk cId="2614483996" sldId="305"/>
        </pc:sldMkLst>
        <pc:picChg chg="mod">
          <ac:chgData name="Yuriy Tomka" userId="ce5bcbea4a6ab9f5" providerId="LiveId" clId="{F194FB73-2AC7-4C11-BB88-D6590862F72E}" dt="2025-10-21T07:53:27.245" v="104" actId="1076"/>
          <ac:picMkLst>
            <pc:docMk/>
            <pc:sldMk cId="2614483996" sldId="305"/>
            <ac:picMk id="2" creationId="{00000000-0000-0000-0000-000000000000}"/>
          </ac:picMkLst>
        </pc:picChg>
      </pc:sldChg>
      <pc:sldChg chg="addSp modSp mod">
        <pc:chgData name="Yuriy Tomka" userId="ce5bcbea4a6ab9f5" providerId="LiveId" clId="{F194FB73-2AC7-4C11-BB88-D6590862F72E}" dt="2025-10-21T07:56:19.976" v="146" actId="1076"/>
        <pc:sldMkLst>
          <pc:docMk/>
          <pc:sldMk cId="1141110148" sldId="315"/>
        </pc:sldMkLst>
        <pc:graphicFrameChg chg="add mod modGraphic">
          <ac:chgData name="Yuriy Tomka" userId="ce5bcbea4a6ab9f5" providerId="LiveId" clId="{F194FB73-2AC7-4C11-BB88-D6590862F72E}" dt="2025-10-21T07:56:19.976" v="146" actId="1076"/>
          <ac:graphicFrameMkLst>
            <pc:docMk/>
            <pc:sldMk cId="1141110148" sldId="315"/>
            <ac:graphicFrameMk id="3" creationId="{EFE5D515-39EF-E099-C83C-A381BE779069}"/>
          </ac:graphicFrameMkLst>
        </pc:graphicFrameChg>
        <pc:picChg chg="mod">
          <ac:chgData name="Yuriy Tomka" userId="ce5bcbea4a6ab9f5" providerId="LiveId" clId="{F194FB73-2AC7-4C11-BB88-D6590862F72E}" dt="2025-10-21T07:55:47.759" v="140" actId="1076"/>
          <ac:picMkLst>
            <pc:docMk/>
            <pc:sldMk cId="1141110148" sldId="315"/>
            <ac:picMk id="2" creationId="{00000000-0000-0000-0000-000000000000}"/>
          </ac:picMkLst>
        </pc:picChg>
      </pc:sldChg>
      <pc:sldChg chg="addSp modSp mod">
        <pc:chgData name="Yuriy Tomka" userId="ce5bcbea4a6ab9f5" providerId="LiveId" clId="{F194FB73-2AC7-4C11-BB88-D6590862F72E}" dt="2025-10-21T07:57:01.403" v="154" actId="1076"/>
        <pc:sldMkLst>
          <pc:docMk/>
          <pc:sldMk cId="192166557" sldId="318"/>
        </pc:sldMkLst>
        <pc:graphicFrameChg chg="add mod modGraphic">
          <ac:chgData name="Yuriy Tomka" userId="ce5bcbea4a6ab9f5" providerId="LiveId" clId="{F194FB73-2AC7-4C11-BB88-D6590862F72E}" dt="2025-10-21T07:57:01.403" v="154" actId="1076"/>
          <ac:graphicFrameMkLst>
            <pc:docMk/>
            <pc:sldMk cId="192166557" sldId="318"/>
            <ac:graphicFrameMk id="3" creationId="{5A21F8CE-54ED-3FD2-3B7B-3C2434644AD8}"/>
          </ac:graphicFrameMkLst>
        </pc:graphicFrameChg>
        <pc:picChg chg="mod">
          <ac:chgData name="Yuriy Tomka" userId="ce5bcbea4a6ab9f5" providerId="LiveId" clId="{F194FB73-2AC7-4C11-BB88-D6590862F72E}" dt="2025-10-21T07:56:56.670" v="152" actId="1076"/>
          <ac:picMkLst>
            <pc:docMk/>
            <pc:sldMk cId="192166557" sldId="318"/>
            <ac:picMk id="2" creationId="{00000000-0000-0000-0000-000000000000}"/>
          </ac:picMkLst>
        </pc:picChg>
      </pc:sldChg>
      <pc:sldChg chg="addSp modSp mod">
        <pc:chgData name="Yuriy Tomka" userId="ce5bcbea4a6ab9f5" providerId="LiveId" clId="{F194FB73-2AC7-4C11-BB88-D6590862F72E}" dt="2025-10-21T07:58:13.303" v="170" actId="1076"/>
        <pc:sldMkLst>
          <pc:docMk/>
          <pc:sldMk cId="620298210" sldId="322"/>
        </pc:sldMkLst>
        <pc:graphicFrameChg chg="add mod modGraphic">
          <ac:chgData name="Yuriy Tomka" userId="ce5bcbea4a6ab9f5" providerId="LiveId" clId="{F194FB73-2AC7-4C11-BB88-D6590862F72E}" dt="2025-10-21T07:58:09.555" v="167" actId="1076"/>
          <ac:graphicFrameMkLst>
            <pc:docMk/>
            <pc:sldMk cId="620298210" sldId="322"/>
            <ac:graphicFrameMk id="3" creationId="{8AB4A9DC-53B6-0781-BD8B-72BD85E42648}"/>
          </ac:graphicFrameMkLst>
        </pc:graphicFrameChg>
        <pc:picChg chg="mod">
          <ac:chgData name="Yuriy Tomka" userId="ce5bcbea4a6ab9f5" providerId="LiveId" clId="{F194FB73-2AC7-4C11-BB88-D6590862F72E}" dt="2025-10-21T07:58:13.303" v="170" actId="1076"/>
          <ac:picMkLst>
            <pc:docMk/>
            <pc:sldMk cId="620298210" sldId="322"/>
            <ac:picMk id="2" creationId="{00000000-0000-0000-0000-000000000000}"/>
          </ac:picMkLst>
        </pc:picChg>
      </pc:sldChg>
      <pc:sldChg chg="modSp mod">
        <pc:chgData name="Yuriy Tomka" userId="ce5bcbea4a6ab9f5" providerId="LiveId" clId="{F194FB73-2AC7-4C11-BB88-D6590862F72E}" dt="2025-10-21T07:58:34.585" v="175" actId="1076"/>
        <pc:sldMkLst>
          <pc:docMk/>
          <pc:sldMk cId="702411360" sldId="328"/>
        </pc:sldMkLst>
        <pc:picChg chg="mod">
          <ac:chgData name="Yuriy Tomka" userId="ce5bcbea4a6ab9f5" providerId="LiveId" clId="{F194FB73-2AC7-4C11-BB88-D6590862F72E}" dt="2025-10-21T07:58:34.585" v="175" actId="1076"/>
          <ac:picMkLst>
            <pc:docMk/>
            <pc:sldMk cId="702411360" sldId="328"/>
            <ac:picMk id="3" creationId="{00000000-0000-0000-0000-000000000000}"/>
          </ac:picMkLst>
        </pc:picChg>
      </pc:sldChg>
      <pc:sldChg chg="addSp modSp mod">
        <pc:chgData name="Yuriy Tomka" userId="ce5bcbea4a6ab9f5" providerId="LiveId" clId="{F194FB73-2AC7-4C11-BB88-D6590862F72E}" dt="2025-10-21T08:00:51.657" v="201" actId="1076"/>
        <pc:sldMkLst>
          <pc:docMk/>
          <pc:sldMk cId="64022834" sldId="338"/>
        </pc:sldMkLst>
        <pc:graphicFrameChg chg="add mod modGraphic">
          <ac:chgData name="Yuriy Tomka" userId="ce5bcbea4a6ab9f5" providerId="LiveId" clId="{F194FB73-2AC7-4C11-BB88-D6590862F72E}" dt="2025-10-21T08:00:49.310" v="198" actId="1076"/>
          <ac:graphicFrameMkLst>
            <pc:docMk/>
            <pc:sldMk cId="64022834" sldId="338"/>
            <ac:graphicFrameMk id="3" creationId="{5F43DD2E-1744-EDC8-A192-B1FFE77B70F2}"/>
          </ac:graphicFrameMkLst>
        </pc:graphicFrameChg>
        <pc:picChg chg="mod">
          <ac:chgData name="Yuriy Tomka" userId="ce5bcbea4a6ab9f5" providerId="LiveId" clId="{F194FB73-2AC7-4C11-BB88-D6590862F72E}" dt="2025-10-21T08:00:51.657" v="201" actId="1076"/>
          <ac:picMkLst>
            <pc:docMk/>
            <pc:sldMk cId="64022834" sldId="338"/>
            <ac:picMk id="2" creationId="{00000000-0000-0000-0000-000000000000}"/>
          </ac:picMkLst>
        </pc:picChg>
      </pc:sldChg>
      <pc:sldChg chg="modSp mod">
        <pc:chgData name="Yuriy Tomka" userId="ce5bcbea4a6ab9f5" providerId="LiveId" clId="{F194FB73-2AC7-4C11-BB88-D6590862F72E}" dt="2025-10-21T09:24:05.283" v="215" actId="1076"/>
        <pc:sldMkLst>
          <pc:docMk/>
          <pc:sldMk cId="2055352205" sldId="346"/>
        </pc:sldMkLst>
        <pc:picChg chg="mod">
          <ac:chgData name="Yuriy Tomka" userId="ce5bcbea4a6ab9f5" providerId="LiveId" clId="{F194FB73-2AC7-4C11-BB88-D6590862F72E}" dt="2025-10-21T09:24:05.283" v="215" actId="1076"/>
          <ac:picMkLst>
            <pc:docMk/>
            <pc:sldMk cId="2055352205" sldId="346"/>
            <ac:picMk id="2" creationId="{00000000-0000-0000-0000-000000000000}"/>
          </ac:picMkLst>
        </pc:picChg>
      </pc:sldChg>
      <pc:sldChg chg="addSp delSp modSp add mod">
        <pc:chgData name="Yuriy Tomka" userId="ce5bcbea4a6ab9f5" providerId="LiveId" clId="{F194FB73-2AC7-4C11-BB88-D6590862F72E}" dt="2025-10-21T07:45:03.525" v="36" actId="14100"/>
        <pc:sldMkLst>
          <pc:docMk/>
          <pc:sldMk cId="1917191290" sldId="361"/>
        </pc:sldMkLst>
        <pc:graphicFrameChg chg="add mod modGraphic">
          <ac:chgData name="Yuriy Tomka" userId="ce5bcbea4a6ab9f5" providerId="LiveId" clId="{F194FB73-2AC7-4C11-BB88-D6590862F72E}" dt="2025-10-21T07:45:03.525" v="36" actId="14100"/>
          <ac:graphicFrameMkLst>
            <pc:docMk/>
            <pc:sldMk cId="1917191290" sldId="361"/>
            <ac:graphicFrameMk id="3" creationId="{D8ED6DC7-DFB5-5519-257E-C94857BB36B8}"/>
          </ac:graphicFrameMkLst>
        </pc:graphicFrameChg>
        <pc:picChg chg="del">
          <ac:chgData name="Yuriy Tomka" userId="ce5bcbea4a6ab9f5" providerId="LiveId" clId="{F194FB73-2AC7-4C11-BB88-D6590862F72E}" dt="2025-10-21T07:44:02.493" v="17" actId="478"/>
          <ac:picMkLst>
            <pc:docMk/>
            <pc:sldMk cId="1917191290" sldId="361"/>
            <ac:picMk id="2" creationId="{00000000-0000-0000-0000-000000000000}"/>
          </ac:picMkLst>
        </pc:picChg>
      </pc:sldChg>
      <pc:sldChg chg="addSp delSp add del mod">
        <pc:chgData name="Yuriy Tomka" userId="ce5bcbea4a6ab9f5" providerId="LiveId" clId="{F194FB73-2AC7-4C11-BB88-D6590862F72E}" dt="2025-10-21T07:53:19.931" v="101" actId="2890"/>
        <pc:sldMkLst>
          <pc:docMk/>
          <pc:sldMk cId="651752451" sldId="362"/>
        </pc:sldMkLst>
        <pc:picChg chg="add del">
          <ac:chgData name="Yuriy Tomka" userId="ce5bcbea4a6ab9f5" providerId="LiveId" clId="{F194FB73-2AC7-4C11-BB88-D6590862F72E}" dt="2025-10-21T07:53:19.455" v="100" actId="478"/>
          <ac:picMkLst>
            <pc:docMk/>
            <pc:sldMk cId="651752451" sldId="362"/>
            <ac:picMk id="2" creationId="{00000000-0000-0000-0000-000000000000}"/>
          </ac:picMkLst>
        </pc:picChg>
      </pc:sldChg>
      <pc:sldChg chg="addSp delSp modSp add mod">
        <pc:chgData name="Yuriy Tomka" userId="ce5bcbea4a6ab9f5" providerId="LiveId" clId="{F194FB73-2AC7-4C11-BB88-D6590862F72E}" dt="2025-10-21T09:14:23.621" v="212" actId="14734"/>
        <pc:sldMkLst>
          <pc:docMk/>
          <pc:sldMk cId="1829010901" sldId="362"/>
        </pc:sldMkLst>
        <pc:graphicFrameChg chg="add mod modGraphic">
          <ac:chgData name="Yuriy Tomka" userId="ce5bcbea4a6ab9f5" providerId="LiveId" clId="{F194FB73-2AC7-4C11-BB88-D6590862F72E}" dt="2025-10-21T09:14:23.621" v="212" actId="14734"/>
          <ac:graphicFrameMkLst>
            <pc:docMk/>
            <pc:sldMk cId="1829010901" sldId="362"/>
            <ac:graphicFrameMk id="3" creationId="{664ED9DE-38C0-E468-9207-FA543D1A3FD0}"/>
          </ac:graphicFrameMkLst>
        </pc:graphicFrameChg>
        <pc:picChg chg="del">
          <ac:chgData name="Yuriy Tomka" userId="ce5bcbea4a6ab9f5" providerId="LiveId" clId="{F194FB73-2AC7-4C11-BB88-D6590862F72E}" dt="2025-10-21T07:53:25.208" v="103" actId="478"/>
          <ac:picMkLst>
            <pc:docMk/>
            <pc:sldMk cId="1829010901" sldId="362"/>
            <ac:picMk id="2" creationId="{00000000-0000-0000-0000-000000000000}"/>
          </ac:picMkLst>
        </pc:picChg>
      </pc:sldChg>
      <pc:sldChg chg="addSp delSp modSp add mod">
        <pc:chgData name="Yuriy Tomka" userId="ce5bcbea4a6ab9f5" providerId="LiveId" clId="{F194FB73-2AC7-4C11-BB88-D6590862F72E}" dt="2025-10-21T07:55:42.207" v="139" actId="1076"/>
        <pc:sldMkLst>
          <pc:docMk/>
          <pc:sldMk cId="2750796448" sldId="363"/>
        </pc:sldMkLst>
        <pc:graphicFrameChg chg="add mod modGraphic">
          <ac:chgData name="Yuriy Tomka" userId="ce5bcbea4a6ab9f5" providerId="LiveId" clId="{F194FB73-2AC7-4C11-BB88-D6590862F72E}" dt="2025-10-21T07:55:42.207" v="139" actId="1076"/>
          <ac:graphicFrameMkLst>
            <pc:docMk/>
            <pc:sldMk cId="2750796448" sldId="363"/>
            <ac:graphicFrameMk id="3" creationId="{E2423226-FBF6-90D2-CF6A-DE76668557DC}"/>
          </ac:graphicFrameMkLst>
        </pc:graphicFrameChg>
        <pc:picChg chg="del">
          <ac:chgData name="Yuriy Tomka" userId="ce5bcbea4a6ab9f5" providerId="LiveId" clId="{F194FB73-2AC7-4C11-BB88-D6590862F72E}" dt="2025-10-21T07:55:14.894" v="124" actId="478"/>
          <ac:picMkLst>
            <pc:docMk/>
            <pc:sldMk cId="2750796448" sldId="363"/>
            <ac:picMk id="2" creationId="{00000000-0000-0000-0000-000000000000}"/>
          </ac:picMkLst>
        </pc:picChg>
      </pc:sldChg>
      <pc:sldChg chg="addSp delSp modSp add mod">
        <pc:chgData name="Yuriy Tomka" userId="ce5bcbea4a6ab9f5" providerId="LiveId" clId="{F194FB73-2AC7-4C11-BB88-D6590862F72E}" dt="2025-10-21T07:59:16.613" v="181" actId="14100"/>
        <pc:sldMkLst>
          <pc:docMk/>
          <pc:sldMk cId="1750804321" sldId="364"/>
        </pc:sldMkLst>
        <pc:graphicFrameChg chg="add mod modGraphic">
          <ac:chgData name="Yuriy Tomka" userId="ce5bcbea4a6ab9f5" providerId="LiveId" clId="{F194FB73-2AC7-4C11-BB88-D6590862F72E}" dt="2025-10-21T07:59:16.613" v="181" actId="14100"/>
          <ac:graphicFrameMkLst>
            <pc:docMk/>
            <pc:sldMk cId="1750804321" sldId="364"/>
            <ac:graphicFrameMk id="2" creationId="{4BE35392-A022-E195-5E60-E5C20273B58E}"/>
          </ac:graphicFrameMkLst>
        </pc:graphicFrameChg>
        <pc:picChg chg="del">
          <ac:chgData name="Yuriy Tomka" userId="ce5bcbea4a6ab9f5" providerId="LiveId" clId="{F194FB73-2AC7-4C11-BB88-D6590862F72E}" dt="2025-10-21T07:58:39.385" v="177" actId="478"/>
          <ac:picMkLst>
            <pc:docMk/>
            <pc:sldMk cId="1750804321" sldId="364"/>
            <ac:picMk id="3" creationId="{00000000-0000-0000-0000-000000000000}"/>
          </ac:picMkLst>
        </pc:picChg>
      </pc:sldChg>
    </pc:docChg>
  </pc:docChgLst>
  <pc:docChgLst>
    <pc:chgData name="Yuriy Tomka" userId="ce5bcbea4a6ab9f5" providerId="LiveId" clId="{6EF4C619-068B-41B3-A1BA-CE2A045AC971}"/>
    <pc:docChg chg="undo custSel addSld delSld modSld">
      <pc:chgData name="Yuriy Tomka" userId="ce5bcbea4a6ab9f5" providerId="LiveId" clId="{6EF4C619-068B-41B3-A1BA-CE2A045AC971}" dt="2023-10-20T17:38:58.761" v="26" actId="20577"/>
      <pc:docMkLst>
        <pc:docMk/>
      </pc:docMkLst>
      <pc:sldChg chg="delSp modSp del mod">
        <pc:chgData name="Yuriy Tomka" userId="ce5bcbea4a6ab9f5" providerId="LiveId" clId="{6EF4C619-068B-41B3-A1BA-CE2A045AC971}" dt="2023-10-20T17:38:49.922" v="20" actId="47"/>
        <pc:sldMkLst>
          <pc:docMk/>
          <pc:sldMk cId="1033954099" sldId="256"/>
        </pc:sldMkLst>
        <pc:picChg chg="del mod">
          <ac:chgData name="Yuriy Tomka" userId="ce5bcbea4a6ab9f5" providerId="LiveId" clId="{6EF4C619-068B-41B3-A1BA-CE2A045AC971}" dt="2023-10-20T17:34:01.080" v="17" actId="478"/>
          <ac:picMkLst>
            <pc:docMk/>
            <pc:sldMk cId="1033954099" sldId="256"/>
            <ac:picMk id="4" creationId="{00000000-0000-0000-0000-000000000000}"/>
          </ac:picMkLst>
        </pc:picChg>
        <pc:picChg chg="del mod">
          <ac:chgData name="Yuriy Tomka" userId="ce5bcbea4a6ab9f5" providerId="LiveId" clId="{6EF4C619-068B-41B3-A1BA-CE2A045AC971}" dt="2023-10-20T17:34:01.671" v="18" actId="478"/>
          <ac:picMkLst>
            <pc:docMk/>
            <pc:sldMk cId="1033954099" sldId="256"/>
            <ac:picMk id="5" creationId="{00000000-0000-0000-0000-000000000000}"/>
          </ac:picMkLst>
        </pc:picChg>
      </pc:sldChg>
      <pc:sldChg chg="modSp mod">
        <pc:chgData name="Yuriy Tomka" userId="ce5bcbea4a6ab9f5" providerId="LiveId" clId="{6EF4C619-068B-41B3-A1BA-CE2A045AC971}" dt="2023-10-20T17:20:04.291" v="2" actId="1076"/>
        <pc:sldMkLst>
          <pc:docMk/>
          <pc:sldMk cId="337746232" sldId="325"/>
        </pc:sldMkLst>
        <pc:picChg chg="mod">
          <ac:chgData name="Yuriy Tomka" userId="ce5bcbea4a6ab9f5" providerId="LiveId" clId="{6EF4C619-068B-41B3-A1BA-CE2A045AC971}" dt="2023-10-20T17:20:04.291" v="2" actId="1076"/>
          <ac:picMkLst>
            <pc:docMk/>
            <pc:sldMk cId="337746232" sldId="325"/>
            <ac:picMk id="2" creationId="{00000000-0000-0000-0000-000000000000}"/>
          </ac:picMkLst>
        </pc:picChg>
      </pc:sldChg>
      <pc:sldChg chg="add">
        <pc:chgData name="Yuriy Tomka" userId="ce5bcbea4a6ab9f5" providerId="LiveId" clId="{6EF4C619-068B-41B3-A1BA-CE2A045AC971}" dt="2023-10-20T17:33:58.494" v="16" actId="2890"/>
        <pc:sldMkLst>
          <pc:docMk/>
          <pc:sldMk cId="3449087466" sldId="359"/>
        </pc:sldMkLst>
      </pc:sldChg>
      <pc:sldChg chg="modSp add mod">
        <pc:chgData name="Yuriy Tomka" userId="ce5bcbea4a6ab9f5" providerId="LiveId" clId="{6EF4C619-068B-41B3-A1BA-CE2A045AC971}" dt="2023-10-20T17:38:58.761" v="26" actId="20577"/>
        <pc:sldMkLst>
          <pc:docMk/>
          <pc:sldMk cId="2185182041" sldId="360"/>
        </pc:sldMkLst>
        <pc:spChg chg="mod">
          <ac:chgData name="Yuriy Tomka" userId="ce5bcbea4a6ab9f5" providerId="LiveId" clId="{6EF4C619-068B-41B3-A1BA-CE2A045AC971}" dt="2023-10-20T17:38:54.373" v="24" actId="20577"/>
          <ac:spMkLst>
            <pc:docMk/>
            <pc:sldMk cId="2185182041" sldId="360"/>
            <ac:spMk id="3" creationId="{CA06429F-2FA8-9E2C-28F8-253DD54F3139}"/>
          </ac:spMkLst>
        </pc:spChg>
        <pc:spChg chg="mod">
          <ac:chgData name="Yuriy Tomka" userId="ce5bcbea4a6ab9f5" providerId="LiveId" clId="{6EF4C619-068B-41B3-A1BA-CE2A045AC971}" dt="2023-10-20T17:38:58.761" v="26" actId="20577"/>
          <ac:spMkLst>
            <pc:docMk/>
            <pc:sldMk cId="2185182041" sldId="360"/>
            <ac:spMk id="4" creationId="{7F92F2E0-633C-F4E7-A0B1-5C4D4DC7DD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9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3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9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07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27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6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9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2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9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4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1C51B-EDB3-4CB1-8BD5-7ECDC669718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84C86-F738-4F58-BFE7-8EE2834AE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3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4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6429F-2FA8-9E2C-28F8-253DD54F3139}"/>
              </a:ext>
            </a:extLst>
          </p:cNvPr>
          <p:cNvSpPr txBox="1"/>
          <p:nvPr/>
        </p:nvSpPr>
        <p:spPr>
          <a:xfrm>
            <a:off x="372255" y="969415"/>
            <a:ext cx="60945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rgbClr val="7030A0"/>
                </a:solidFill>
                <a:latin typeface="agave Nerd Font" panose="020B0509020404030204" pitchFamily="49" charset="0"/>
              </a:rPr>
              <a:t>Тема</a:t>
            </a:r>
            <a:endParaRPr lang="en-US" sz="4800" dirty="0">
              <a:solidFill>
                <a:srgbClr val="7030A0"/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rgbClr val="FF0000"/>
                </a:solidFill>
                <a:latin typeface="agave Nerd Font" panose="020B0509020404030204" pitchFamily="49" charset="0"/>
              </a:rPr>
              <a:t> </a:t>
            </a:r>
            <a:endParaRPr lang="en-US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  <a:p>
            <a:r>
              <a:rPr lang="en-US" sz="6000" b="1" dirty="0">
                <a:solidFill>
                  <a:srgbClr val="FF0000"/>
                </a:solidFill>
              </a:rPr>
              <a:t>LINQ</a:t>
            </a:r>
            <a:endParaRPr lang="ru-RU" sz="6000" b="1" dirty="0">
              <a:solidFill>
                <a:srgbClr val="FF0000"/>
              </a:solidFill>
            </a:endParaRPr>
          </a:p>
          <a:p>
            <a:endParaRPr lang="ru-RU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2F2E0-633C-F4E7-A0B1-5C4D4DC7DD9A}"/>
              </a:ext>
            </a:extLst>
          </p:cNvPr>
          <p:cNvSpPr txBox="1"/>
          <p:nvPr/>
        </p:nvSpPr>
        <p:spPr>
          <a:xfrm>
            <a:off x="8598717" y="4597161"/>
            <a:ext cx="3221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ЛЕКЦ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ІЯ 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0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9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8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1133036"/>
            <a:ext cx="12092940" cy="8613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8" y="2567648"/>
            <a:ext cx="11817303" cy="213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8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161925"/>
            <a:ext cx="8591550" cy="4362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7" y="4833937"/>
            <a:ext cx="101060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3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338137"/>
            <a:ext cx="6443663" cy="29181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" y="3581400"/>
            <a:ext cx="101822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8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-18845"/>
            <a:ext cx="10058400" cy="687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4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776287"/>
            <a:ext cx="101250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942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352425"/>
            <a:ext cx="1008697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21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2209800"/>
            <a:ext cx="9727406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180975"/>
            <a:ext cx="8810625" cy="2076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98" y="2590800"/>
            <a:ext cx="8177214" cy="368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8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76474"/>
            <a:ext cx="11029209" cy="241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56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428625"/>
            <a:ext cx="2581275" cy="514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987" y="942975"/>
            <a:ext cx="6048375" cy="1257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7" y="2495550"/>
            <a:ext cx="101822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63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4" y="390524"/>
            <a:ext cx="7267575" cy="32431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35" y="4343400"/>
            <a:ext cx="75342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81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466725"/>
            <a:ext cx="9953625" cy="3067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" y="4029075"/>
            <a:ext cx="6162675" cy="2828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0" y="4724398"/>
            <a:ext cx="5029200" cy="1438275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6010273" y="5176835"/>
            <a:ext cx="614364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13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419100"/>
            <a:ext cx="7134225" cy="876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7" y="1685925"/>
            <a:ext cx="3886200" cy="933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" y="3009900"/>
            <a:ext cx="5353050" cy="876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7" y="4333875"/>
            <a:ext cx="64008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6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112" y="1004887"/>
            <a:ext cx="6572250" cy="24098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112" y="4119562"/>
            <a:ext cx="646747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04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962025"/>
            <a:ext cx="101727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52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33375"/>
            <a:ext cx="9029700" cy="1771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" y="2357437"/>
            <a:ext cx="100488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28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37" y="323850"/>
            <a:ext cx="6943725" cy="1790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7" y="2847975"/>
            <a:ext cx="72675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01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1009649"/>
            <a:ext cx="8720138" cy="436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07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34" y="0"/>
            <a:ext cx="11786532" cy="682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32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59" y="104469"/>
            <a:ext cx="10134600" cy="2905125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CD0D9B3-9A87-C43E-6297-001958974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882468"/>
              </p:ext>
            </p:extLst>
          </p:nvPr>
        </p:nvGraphicFramePr>
        <p:xfrm>
          <a:off x="432708" y="3664975"/>
          <a:ext cx="11047301" cy="27736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827506">
                  <a:extLst>
                    <a:ext uri="{9D8B030D-6E8A-4147-A177-3AD203B41FA5}">
                      <a16:colId xmlns:a16="http://schemas.microsoft.com/office/drawing/2014/main" val="3681056835"/>
                    </a:ext>
                  </a:extLst>
                </a:gridCol>
                <a:gridCol w="2200164">
                  <a:extLst>
                    <a:ext uri="{9D8B030D-6E8A-4147-A177-3AD203B41FA5}">
                      <a16:colId xmlns:a16="http://schemas.microsoft.com/office/drawing/2014/main" val="3250121551"/>
                    </a:ext>
                  </a:extLst>
                </a:gridCol>
                <a:gridCol w="2600711">
                  <a:extLst>
                    <a:ext uri="{9D8B030D-6E8A-4147-A177-3AD203B41FA5}">
                      <a16:colId xmlns:a16="http://schemas.microsoft.com/office/drawing/2014/main" val="1598356421"/>
                    </a:ext>
                  </a:extLst>
                </a:gridCol>
                <a:gridCol w="2209460">
                  <a:extLst>
                    <a:ext uri="{9D8B030D-6E8A-4147-A177-3AD203B41FA5}">
                      <a16:colId xmlns:a16="http://schemas.microsoft.com/office/drawing/2014/main" val="205790403"/>
                    </a:ext>
                  </a:extLst>
                </a:gridCol>
                <a:gridCol w="2209460">
                  <a:extLst>
                    <a:ext uri="{9D8B030D-6E8A-4147-A177-3AD203B41FA5}">
                      <a16:colId xmlns:a16="http://schemas.microsoft.com/office/drawing/2014/main" val="804520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000" b="1"/>
                        <a:t>Метод </a:t>
                      </a:r>
                      <a:r>
                        <a:rPr lang="en-AU" sz="2000" b="1"/>
                        <a:t>LINQ</a:t>
                      </a:r>
                      <a:endParaRPr lang="en-AU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b="1"/>
                        <a:t>Опис</a:t>
                      </a:r>
                      <a:endParaRPr lang="ru-RU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b="1" dirty="0" err="1"/>
                        <a:t>Що</a:t>
                      </a:r>
                      <a:r>
                        <a:rPr lang="ru-RU" sz="2000" b="1" dirty="0"/>
                        <a:t> робить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b="1" dirty="0"/>
                        <a:t>Приклад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b="1"/>
                        <a:t>Результат</a:t>
                      </a:r>
                      <a:endParaRPr lang="ru-RU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567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600" b="1"/>
                        <a:t>Where</a:t>
                      </a:r>
                      <a:endParaRPr lang="en-AU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Повертає елементи з колекції, що задовольняють умову (предикат).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Фільтрує елементи за логічним виразом true/false.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[1, 2, 3, 4, 5].Where(x =&gt; x &gt;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[4, 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235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600" b="1"/>
                        <a:t>OfType</a:t>
                      </a:r>
                      <a:endParaRPr lang="en-AU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Повертає елементи певного типу з колекції, якщо їх можна привести до цього типу.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Відбирає лише елементи конкретного типу (наприклад, лише рядки або лише числа).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600"/>
                        <a:t>[1, "hello", 2.5, 3].OfType&lt;int&gt;()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[1, 3]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61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080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287" y="304800"/>
            <a:ext cx="6635445" cy="3333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834" y="4176712"/>
            <a:ext cx="58483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83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37" y="504824"/>
            <a:ext cx="7786688" cy="1250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912" y="2019300"/>
            <a:ext cx="6967538" cy="466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03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87" y="209550"/>
            <a:ext cx="6867525" cy="3276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4" y="3543300"/>
            <a:ext cx="98107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22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528887"/>
            <a:ext cx="10334630" cy="103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8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57" y="222002"/>
            <a:ext cx="7168168" cy="34813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991" y="3790950"/>
            <a:ext cx="5143500" cy="11679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657" y="5046415"/>
            <a:ext cx="79533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17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07" y="1418225"/>
            <a:ext cx="11849223" cy="426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73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8ED6DC7-DFB5-5519-257E-C94857BB3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386640"/>
              </p:ext>
            </p:extLst>
          </p:nvPr>
        </p:nvGraphicFramePr>
        <p:xfrm>
          <a:off x="154914" y="74721"/>
          <a:ext cx="11692955" cy="670855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38591">
                  <a:extLst>
                    <a:ext uri="{9D8B030D-6E8A-4147-A177-3AD203B41FA5}">
                      <a16:colId xmlns:a16="http://schemas.microsoft.com/office/drawing/2014/main" val="1524456727"/>
                    </a:ext>
                  </a:extLst>
                </a:gridCol>
                <a:gridCol w="2338591">
                  <a:extLst>
                    <a:ext uri="{9D8B030D-6E8A-4147-A177-3AD203B41FA5}">
                      <a16:colId xmlns:a16="http://schemas.microsoft.com/office/drawing/2014/main" val="698944128"/>
                    </a:ext>
                  </a:extLst>
                </a:gridCol>
                <a:gridCol w="2338591">
                  <a:extLst>
                    <a:ext uri="{9D8B030D-6E8A-4147-A177-3AD203B41FA5}">
                      <a16:colId xmlns:a16="http://schemas.microsoft.com/office/drawing/2014/main" val="2823221135"/>
                    </a:ext>
                  </a:extLst>
                </a:gridCol>
                <a:gridCol w="2338591">
                  <a:extLst>
                    <a:ext uri="{9D8B030D-6E8A-4147-A177-3AD203B41FA5}">
                      <a16:colId xmlns:a16="http://schemas.microsoft.com/office/drawing/2014/main" val="3986959880"/>
                    </a:ext>
                  </a:extLst>
                </a:gridCol>
                <a:gridCol w="2338591">
                  <a:extLst>
                    <a:ext uri="{9D8B030D-6E8A-4147-A177-3AD203B41FA5}">
                      <a16:colId xmlns:a16="http://schemas.microsoft.com/office/drawing/2014/main" val="1323058970"/>
                    </a:ext>
                  </a:extLst>
                </a:gridCol>
              </a:tblGrid>
              <a:tr h="237424">
                <a:tc>
                  <a:txBody>
                    <a:bodyPr/>
                    <a:lstStyle/>
                    <a:p>
                      <a:r>
                        <a:rPr lang="ru-RU" sz="1800" b="1"/>
                        <a:t>Метод </a:t>
                      </a:r>
                      <a:r>
                        <a:rPr lang="en-AU" sz="1800" b="1"/>
                        <a:t>LINQ</a:t>
                      </a:r>
                      <a:endParaRPr lang="en-A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 b="1"/>
                        <a:t>Опис</a:t>
                      </a:r>
                      <a:endParaRPr lang="ru-R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 b="1"/>
                        <a:t>Що робить</a:t>
                      </a:r>
                      <a:endParaRPr lang="ru-R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 b="1"/>
                        <a:t>Приклад</a:t>
                      </a:r>
                      <a:endParaRPr lang="ru-R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 b="1"/>
                        <a:t>Результат</a:t>
                      </a:r>
                      <a:endParaRPr lang="ru-RU" sz="1800"/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425611849"/>
                  </a:ext>
                </a:extLst>
              </a:tr>
              <a:tr h="1217547">
                <a:tc>
                  <a:txBody>
                    <a:bodyPr/>
                    <a:lstStyle/>
                    <a:p>
                      <a:r>
                        <a:rPr lang="en-AU" sz="1800" b="1"/>
                        <a:t>OrderBy</a:t>
                      </a:r>
                      <a:endParaRPr lang="en-A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Сортує елементи колекції за вказаним полем </a:t>
                      </a:r>
                      <a:r>
                        <a:rPr lang="ru-RU" sz="1800" b="1"/>
                        <a:t>у порядку зростання</a:t>
                      </a:r>
                      <a:r>
                        <a:rPr lang="ru-RU" sz="1800"/>
                        <a:t>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Основне сортування (</a:t>
                      </a:r>
                      <a:r>
                        <a:rPr lang="en-AU" sz="1800"/>
                        <a:t>ascending).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nn-NO" sz="1800"/>
                        <a:t>[5, 1, 3, 2].OrderBy(x =&gt; x)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[1, 2, 3, 5]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797124004"/>
                  </a:ext>
                </a:extLst>
              </a:tr>
              <a:tr h="760919">
                <a:tc>
                  <a:txBody>
                    <a:bodyPr/>
                    <a:lstStyle/>
                    <a:p>
                      <a:r>
                        <a:rPr lang="en-AU" sz="1800" b="1"/>
                        <a:t>OrderByDescending</a:t>
                      </a:r>
                      <a:endParaRPr lang="en-A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Сортує елементи за вказаним полем </a:t>
                      </a:r>
                      <a:r>
                        <a:rPr lang="ru-RU" sz="1800" b="1"/>
                        <a:t>у порядку спадання</a:t>
                      </a:r>
                      <a:r>
                        <a:rPr lang="ru-RU" sz="1800"/>
                        <a:t>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Основне сортування (</a:t>
                      </a:r>
                      <a:r>
                        <a:rPr lang="en-AU" sz="1800"/>
                        <a:t>descending).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-AU" sz="1800"/>
                        <a:t>[5, 1, 3, 2].OrderByDescending(x =&gt; x)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[5, 3, 2, 1]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739809563"/>
                  </a:ext>
                </a:extLst>
              </a:tr>
              <a:tr h="1217547">
                <a:tc>
                  <a:txBody>
                    <a:bodyPr/>
                    <a:lstStyle/>
                    <a:p>
                      <a:r>
                        <a:rPr lang="en-AU" sz="1800" b="1"/>
                        <a:t>ThenBy</a:t>
                      </a:r>
                      <a:endParaRPr lang="en-A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Використовується </a:t>
                      </a:r>
                      <a:r>
                        <a:rPr lang="ru-RU" sz="1800" b="1"/>
                        <a:t>після OrderBy</a:t>
                      </a:r>
                      <a:r>
                        <a:rPr lang="ru-RU" sz="1800"/>
                        <a:t> для другого рівня сортування у порядку зростання.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Додаткове (друге) сортування </a:t>
                      </a:r>
                      <a:r>
                        <a:rPr lang="en-AU" sz="1800"/>
                        <a:t>ascending.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people.OrderBy(p =&gt; p.LastName).ThenBy(p =&gt; p.FirstName)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Сортує спочатку за прізвищем, потім за ім’ям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620891459"/>
                  </a:ext>
                </a:extLst>
              </a:tr>
              <a:tr h="1217547">
                <a:tc>
                  <a:txBody>
                    <a:bodyPr/>
                    <a:lstStyle/>
                    <a:p>
                      <a:r>
                        <a:rPr lang="en-AU" sz="1800" b="1"/>
                        <a:t>ThenByDescending</a:t>
                      </a:r>
                      <a:endParaRPr lang="en-A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Використовується </a:t>
                      </a:r>
                      <a:r>
                        <a:rPr lang="ru-RU" sz="1800" b="1"/>
                        <a:t>після OrderBy</a:t>
                      </a:r>
                      <a:r>
                        <a:rPr lang="ru-RU" sz="1800"/>
                        <a:t> для другого рівня сортування у порядку спадання.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Додаткове сортування </a:t>
                      </a:r>
                      <a:r>
                        <a:rPr lang="en-AU" sz="1800"/>
                        <a:t>descending.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-AU" sz="1800"/>
                        <a:t>people.OrderBy(p =&gt; p.LastName).ThenByDescending(p =&gt; p.Age)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Сортує за прізвищем, потім за віком (від більшого до меншого)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649869021"/>
                  </a:ext>
                </a:extLst>
              </a:tr>
              <a:tr h="1217547">
                <a:tc>
                  <a:txBody>
                    <a:bodyPr/>
                    <a:lstStyle/>
                    <a:p>
                      <a:r>
                        <a:rPr lang="en-AU" sz="1800" b="1"/>
                        <a:t>Reverse</a:t>
                      </a:r>
                      <a:endParaRPr lang="en-AU" sz="1800"/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Перевертає порядок елементів у колекції.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Не сортує за значеннями, лише змінює порядок елементів на зворотний.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-AU" sz="1800"/>
                        <a:t>[1, 2, 3, 4].Reverse()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[4, 3, 2, 1]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498969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191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787" y="928687"/>
            <a:ext cx="6759036" cy="43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81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1" y="504825"/>
            <a:ext cx="5857875" cy="2571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24" y="3400425"/>
            <a:ext cx="69151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81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037" y="285750"/>
            <a:ext cx="6551705" cy="3676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4319587"/>
            <a:ext cx="100393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71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254794"/>
            <a:ext cx="8801100" cy="1276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50" y="1818084"/>
            <a:ext cx="7772400" cy="3038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350" y="5222080"/>
            <a:ext cx="3009900" cy="1400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474" y="5143499"/>
            <a:ext cx="2910611" cy="15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16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3" y="181743"/>
            <a:ext cx="8471720" cy="3180921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95B4764-E40D-5634-D50D-E3EB1B2D5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918473"/>
              </p:ext>
            </p:extLst>
          </p:nvPr>
        </p:nvGraphicFramePr>
        <p:xfrm>
          <a:off x="173983" y="3429000"/>
          <a:ext cx="11844034" cy="3185556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1489825">
                  <a:extLst>
                    <a:ext uri="{9D8B030D-6E8A-4147-A177-3AD203B41FA5}">
                      <a16:colId xmlns:a16="http://schemas.microsoft.com/office/drawing/2014/main" val="576520076"/>
                    </a:ext>
                  </a:extLst>
                </a:gridCol>
                <a:gridCol w="2446897">
                  <a:extLst>
                    <a:ext uri="{9D8B030D-6E8A-4147-A177-3AD203B41FA5}">
                      <a16:colId xmlns:a16="http://schemas.microsoft.com/office/drawing/2014/main" val="1164929883"/>
                    </a:ext>
                  </a:extLst>
                </a:gridCol>
                <a:gridCol w="1968361">
                  <a:extLst>
                    <a:ext uri="{9D8B030D-6E8A-4147-A177-3AD203B41FA5}">
                      <a16:colId xmlns:a16="http://schemas.microsoft.com/office/drawing/2014/main" val="214460247"/>
                    </a:ext>
                  </a:extLst>
                </a:gridCol>
                <a:gridCol w="2574361">
                  <a:extLst>
                    <a:ext uri="{9D8B030D-6E8A-4147-A177-3AD203B41FA5}">
                      <a16:colId xmlns:a16="http://schemas.microsoft.com/office/drawing/2014/main" val="2137471845"/>
                    </a:ext>
                  </a:extLst>
                </a:gridCol>
                <a:gridCol w="1935901">
                  <a:extLst>
                    <a:ext uri="{9D8B030D-6E8A-4147-A177-3AD203B41FA5}">
                      <a16:colId xmlns:a16="http://schemas.microsoft.com/office/drawing/2014/main" val="4141195061"/>
                    </a:ext>
                  </a:extLst>
                </a:gridCol>
                <a:gridCol w="1428689">
                  <a:extLst>
                    <a:ext uri="{9D8B030D-6E8A-4147-A177-3AD203B41FA5}">
                      <a16:colId xmlns:a16="http://schemas.microsoft.com/office/drawing/2014/main" val="2653064449"/>
                    </a:ext>
                  </a:extLst>
                </a:gridCol>
              </a:tblGrid>
              <a:tr h="590386">
                <a:tc>
                  <a:txBody>
                    <a:bodyPr/>
                    <a:lstStyle/>
                    <a:p>
                      <a:r>
                        <a:rPr lang="ru-RU" sz="1500" b="1"/>
                        <a:t>Метод </a:t>
                      </a:r>
                      <a:r>
                        <a:rPr lang="en-AU" sz="1500" b="1"/>
                        <a:t>LINQ</a:t>
                      </a:r>
                      <a:endParaRPr lang="en-AU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 b="1"/>
                        <a:t>Опис</a:t>
                      </a:r>
                      <a:endParaRPr lang="ru-RU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 b="1"/>
                        <a:t>Що робить</a:t>
                      </a:r>
                      <a:endParaRPr lang="ru-RU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 b="1" dirty="0" err="1"/>
                        <a:t>Особливість</a:t>
                      </a:r>
                      <a:endParaRPr lang="ru-RU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 b="1"/>
                        <a:t>Приклад</a:t>
                      </a:r>
                      <a:endParaRPr lang="ru-RU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 b="1"/>
                        <a:t>Результат</a:t>
                      </a:r>
                      <a:endParaRPr lang="ru-RU" sz="150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413535716"/>
                  </a:ext>
                </a:extLst>
              </a:tr>
              <a:tr h="1297585">
                <a:tc>
                  <a:txBody>
                    <a:bodyPr/>
                    <a:lstStyle/>
                    <a:p>
                      <a:r>
                        <a:rPr lang="en-AU" sz="1500" b="1" dirty="0" err="1"/>
                        <a:t>GroupBy</a:t>
                      </a:r>
                      <a:endParaRPr lang="en-AU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 dirty="0" err="1"/>
                        <a:t>Повертає</a:t>
                      </a:r>
                      <a:r>
                        <a:rPr lang="ru-RU" sz="1500" dirty="0"/>
                        <a:t> </a:t>
                      </a:r>
                      <a:r>
                        <a:rPr lang="ru-RU" sz="1500" dirty="0" err="1"/>
                        <a:t>групи</a:t>
                      </a:r>
                      <a:r>
                        <a:rPr lang="ru-RU" sz="1500" dirty="0"/>
                        <a:t> </a:t>
                      </a:r>
                      <a:r>
                        <a:rPr lang="ru-RU" sz="1500" dirty="0" err="1"/>
                        <a:t>елементів</a:t>
                      </a:r>
                      <a:r>
                        <a:rPr lang="ru-RU" sz="1500" dirty="0"/>
                        <a:t>, </a:t>
                      </a:r>
                      <a:r>
                        <a:rPr lang="ru-RU" sz="1500" dirty="0" err="1"/>
                        <a:t>згрупованих</a:t>
                      </a:r>
                      <a:r>
                        <a:rPr lang="ru-RU" sz="1500" dirty="0"/>
                        <a:t> за </a:t>
                      </a:r>
                      <a:r>
                        <a:rPr lang="ru-RU" sz="1500" dirty="0" err="1"/>
                        <a:t>певним</a:t>
                      </a:r>
                      <a:r>
                        <a:rPr lang="ru-RU" sz="1500" dirty="0"/>
                        <a:t> </a:t>
                      </a:r>
                      <a:r>
                        <a:rPr lang="ru-RU" sz="1500" dirty="0" err="1"/>
                        <a:t>ключем</a:t>
                      </a:r>
                      <a:r>
                        <a:rPr lang="ru-RU" sz="1500" dirty="0"/>
                        <a:t>. </a:t>
                      </a:r>
                      <a:r>
                        <a:rPr lang="ru-RU" sz="1500" dirty="0" err="1"/>
                        <a:t>Кожна</a:t>
                      </a:r>
                      <a:r>
                        <a:rPr lang="ru-RU" sz="1500" dirty="0"/>
                        <a:t> </a:t>
                      </a:r>
                      <a:r>
                        <a:rPr lang="ru-RU" sz="1500" dirty="0" err="1"/>
                        <a:t>група</a:t>
                      </a:r>
                      <a:r>
                        <a:rPr lang="ru-RU" sz="1500" dirty="0"/>
                        <a:t> представлена </a:t>
                      </a:r>
                      <a:r>
                        <a:rPr lang="ru-RU" sz="1500" dirty="0" err="1"/>
                        <a:t>об’єктом</a:t>
                      </a:r>
                      <a:r>
                        <a:rPr lang="ru-RU" sz="1500" dirty="0"/>
                        <a:t> </a:t>
                      </a:r>
                      <a:r>
                        <a:rPr lang="ru-RU" sz="1500" dirty="0" err="1"/>
                        <a:t>IGrouping</a:t>
                      </a:r>
                      <a:r>
                        <a:rPr lang="ru-RU" sz="1500" dirty="0"/>
                        <a:t>&lt;</a:t>
                      </a:r>
                      <a:r>
                        <a:rPr lang="ru-RU" sz="1500" dirty="0" err="1"/>
                        <a:t>TKey</a:t>
                      </a:r>
                      <a:r>
                        <a:rPr lang="ru-RU" sz="1500" dirty="0"/>
                        <a:t>, </a:t>
                      </a:r>
                      <a:r>
                        <a:rPr lang="ru-RU" sz="1500" dirty="0" err="1"/>
                        <a:t>TElement</a:t>
                      </a:r>
                      <a:r>
                        <a:rPr lang="ru-RU" sz="1500" dirty="0"/>
                        <a:t>&gt;.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 dirty="0" err="1"/>
                        <a:t>Групує</a:t>
                      </a:r>
                      <a:r>
                        <a:rPr lang="ru-RU" sz="1500" dirty="0"/>
                        <a:t> </a:t>
                      </a:r>
                      <a:r>
                        <a:rPr lang="ru-RU" sz="1500" dirty="0" err="1"/>
                        <a:t>елементи</a:t>
                      </a:r>
                      <a:r>
                        <a:rPr lang="ru-RU" sz="1500" dirty="0"/>
                        <a:t> за </a:t>
                      </a:r>
                      <a:r>
                        <a:rPr lang="ru-RU" sz="1500" dirty="0" err="1"/>
                        <a:t>вказаною</a:t>
                      </a:r>
                      <a:r>
                        <a:rPr lang="ru-RU" sz="1500" dirty="0"/>
                        <a:t> </a:t>
                      </a:r>
                      <a:r>
                        <a:rPr lang="ru-RU" sz="1500" dirty="0" err="1"/>
                        <a:t>ознакою</a:t>
                      </a:r>
                      <a:r>
                        <a:rPr lang="ru-RU" sz="1500" dirty="0"/>
                        <a:t> (</a:t>
                      </a:r>
                      <a:r>
                        <a:rPr lang="ru-RU" sz="1500" dirty="0" err="1"/>
                        <a:t>ключем</a:t>
                      </a:r>
                      <a:r>
                        <a:rPr lang="ru-RU" sz="1500" dirty="0"/>
                        <a:t>).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Виконується </a:t>
                      </a:r>
                      <a:r>
                        <a:rPr lang="ru-RU" sz="1500" b="1"/>
                        <a:t>відкладено</a:t>
                      </a:r>
                      <a:r>
                        <a:rPr lang="ru-RU" sz="1500"/>
                        <a:t> (lazy execution) — результат обчислюється лише при проходженні по колекції.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students.GroupBy</a:t>
                      </a:r>
                      <a:r>
                        <a:rPr lang="en-US" sz="1500" dirty="0"/>
                        <a:t>(s =&gt; </a:t>
                      </a:r>
                      <a:r>
                        <a:rPr lang="en-US" sz="1500" dirty="0" err="1"/>
                        <a:t>s.Group</a:t>
                      </a:r>
                      <a:r>
                        <a:rPr lang="en-US" sz="1500" dirty="0"/>
                        <a:t>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Групи студентів за номером групи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554157249"/>
                  </a:ext>
                </a:extLst>
              </a:tr>
              <a:tr h="1297585">
                <a:tc>
                  <a:txBody>
                    <a:bodyPr/>
                    <a:lstStyle/>
                    <a:p>
                      <a:r>
                        <a:rPr lang="en-AU" sz="1500" b="1"/>
                        <a:t>ToLookup</a:t>
                      </a:r>
                      <a:endParaRPr lang="en-AU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Схожий на GroupBy, але створює </a:t>
                      </a:r>
                      <a:r>
                        <a:rPr lang="ru-RU" sz="1500" b="1"/>
                        <a:t>Lookup</a:t>
                      </a:r>
                      <a:r>
                        <a:rPr lang="ru-RU" sz="1500"/>
                        <a:t> (словник ключ → колекція значень).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Групує елементи та зберігає їх у структурі типу словника.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Виконується </a:t>
                      </a:r>
                      <a:r>
                        <a:rPr lang="ru-RU" sz="1500" b="1"/>
                        <a:t>негайно</a:t>
                      </a:r>
                      <a:r>
                        <a:rPr lang="ru-RU" sz="1500"/>
                        <a:t> (</a:t>
                      </a:r>
                      <a:r>
                        <a:rPr lang="en-AU" sz="1500"/>
                        <a:t>immediate execution) — </a:t>
                      </a:r>
                      <a:r>
                        <a:rPr lang="ru-RU" sz="1500"/>
                        <a:t>результат обчислюється одразу.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students.ToLookup</a:t>
                      </a:r>
                      <a:r>
                        <a:rPr lang="en-US" sz="1500" dirty="0"/>
                        <a:t>(s =&gt; </a:t>
                      </a:r>
                      <a:r>
                        <a:rPr lang="en-US" sz="1500" dirty="0" err="1"/>
                        <a:t>s.Group</a:t>
                      </a:r>
                      <a:r>
                        <a:rPr lang="en-US" sz="1500" dirty="0"/>
                        <a:t>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1500" dirty="0" err="1"/>
                        <a:t>Lookup</a:t>
                      </a:r>
                      <a:r>
                        <a:rPr lang="ru-RU" sz="1500" dirty="0"/>
                        <a:t>, де ключ — </a:t>
                      </a:r>
                      <a:r>
                        <a:rPr lang="ru-RU" sz="1500" dirty="0" err="1"/>
                        <a:t>група</a:t>
                      </a:r>
                      <a:r>
                        <a:rPr lang="ru-RU" sz="1500" dirty="0"/>
                        <a:t>, а </a:t>
                      </a:r>
                      <a:r>
                        <a:rPr lang="ru-RU" sz="1500" dirty="0" err="1"/>
                        <a:t>значення</a:t>
                      </a:r>
                      <a:r>
                        <a:rPr lang="ru-RU" sz="1500" dirty="0"/>
                        <a:t> — список </a:t>
                      </a:r>
                      <a:r>
                        <a:rPr lang="ru-RU" sz="1500" dirty="0" err="1"/>
                        <a:t>студентів</a:t>
                      </a:r>
                      <a:endParaRPr lang="ru-RU" sz="150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91209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4914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285750"/>
            <a:ext cx="7755040" cy="5448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7" y="4795837"/>
            <a:ext cx="16478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5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738187"/>
            <a:ext cx="6905244" cy="45196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719" y="4833937"/>
            <a:ext cx="163830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02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547687"/>
            <a:ext cx="997267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8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335" y="681280"/>
            <a:ext cx="9953625" cy="2705100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7B67408-E641-2261-6B44-68B3CB35A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453227"/>
              </p:ext>
            </p:extLst>
          </p:nvPr>
        </p:nvGraphicFramePr>
        <p:xfrm>
          <a:off x="323886" y="3471620"/>
          <a:ext cx="11544228" cy="299124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59107">
                  <a:extLst>
                    <a:ext uri="{9D8B030D-6E8A-4147-A177-3AD203B41FA5}">
                      <a16:colId xmlns:a16="http://schemas.microsoft.com/office/drawing/2014/main" val="3399955130"/>
                    </a:ext>
                  </a:extLst>
                </a:gridCol>
                <a:gridCol w="2588969">
                  <a:extLst>
                    <a:ext uri="{9D8B030D-6E8A-4147-A177-3AD203B41FA5}">
                      <a16:colId xmlns:a16="http://schemas.microsoft.com/office/drawing/2014/main" val="2249351767"/>
                    </a:ext>
                  </a:extLst>
                </a:gridCol>
                <a:gridCol w="1924038">
                  <a:extLst>
                    <a:ext uri="{9D8B030D-6E8A-4147-A177-3AD203B41FA5}">
                      <a16:colId xmlns:a16="http://schemas.microsoft.com/office/drawing/2014/main" val="72042884"/>
                    </a:ext>
                  </a:extLst>
                </a:gridCol>
                <a:gridCol w="1924038">
                  <a:extLst>
                    <a:ext uri="{9D8B030D-6E8A-4147-A177-3AD203B41FA5}">
                      <a16:colId xmlns:a16="http://schemas.microsoft.com/office/drawing/2014/main" val="589207996"/>
                    </a:ext>
                  </a:extLst>
                </a:gridCol>
                <a:gridCol w="1924038">
                  <a:extLst>
                    <a:ext uri="{9D8B030D-6E8A-4147-A177-3AD203B41FA5}">
                      <a16:colId xmlns:a16="http://schemas.microsoft.com/office/drawing/2014/main" val="2037177501"/>
                    </a:ext>
                  </a:extLst>
                </a:gridCol>
                <a:gridCol w="1924038">
                  <a:extLst>
                    <a:ext uri="{9D8B030D-6E8A-4147-A177-3AD203B41FA5}">
                      <a16:colId xmlns:a16="http://schemas.microsoft.com/office/drawing/2014/main" val="2901083373"/>
                    </a:ext>
                  </a:extLst>
                </a:gridCol>
              </a:tblGrid>
              <a:tr h="265350">
                <a:tc>
                  <a:txBody>
                    <a:bodyPr/>
                    <a:lstStyle/>
                    <a:p>
                      <a:r>
                        <a:rPr lang="ru-RU" sz="1400" b="1"/>
                        <a:t>Метод </a:t>
                      </a:r>
                      <a:r>
                        <a:rPr lang="en-AU" sz="1400" b="1"/>
                        <a:t>LINQ</a:t>
                      </a:r>
                      <a:endParaRPr lang="en-AU" sz="14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Опис / Призначення</a:t>
                      </a:r>
                      <a:endParaRPr lang="ru-RU" sz="14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Що робить</a:t>
                      </a:r>
                      <a:endParaRPr lang="ru-RU" sz="14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Аналог у </a:t>
                      </a:r>
                      <a:r>
                        <a:rPr lang="en-AU" sz="1400" b="1"/>
                        <a:t>SQL</a:t>
                      </a:r>
                      <a:endParaRPr lang="en-AU" sz="14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Приклад</a:t>
                      </a:r>
                      <a:endParaRPr lang="ru-RU" sz="14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Результат</a:t>
                      </a:r>
                      <a:endParaRPr lang="ru-RU" sz="14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70768956"/>
                  </a:ext>
                </a:extLst>
              </a:tr>
              <a:tr h="1061399">
                <a:tc>
                  <a:txBody>
                    <a:bodyPr/>
                    <a:lstStyle/>
                    <a:p>
                      <a:r>
                        <a:rPr lang="en-AU" sz="1400" b="1"/>
                        <a:t>Join</a:t>
                      </a:r>
                      <a:endParaRPr lang="en-AU" sz="14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Об’єднує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дві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колекції</a:t>
                      </a:r>
                      <a:r>
                        <a:rPr lang="ru-RU" sz="1400" dirty="0"/>
                        <a:t> за </a:t>
                      </a:r>
                      <a:r>
                        <a:rPr lang="ru-RU" sz="1400" dirty="0" err="1"/>
                        <a:t>спільним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ключем</a:t>
                      </a:r>
                      <a:r>
                        <a:rPr lang="ru-RU" sz="1400" dirty="0"/>
                        <a:t> і </a:t>
                      </a:r>
                      <a:r>
                        <a:rPr lang="ru-RU" sz="1400" dirty="0" err="1"/>
                        <a:t>повертає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послідовність</a:t>
                      </a:r>
                      <a:r>
                        <a:rPr lang="ru-RU" sz="1400" dirty="0"/>
                        <a:t> пар </a:t>
                      </a:r>
                      <a:r>
                        <a:rPr lang="ru-RU" sz="1400" dirty="0" err="1"/>
                        <a:t>елементів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які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мають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збігаючі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ключі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Виконує </a:t>
                      </a:r>
                      <a:r>
                        <a:rPr lang="ru-RU" sz="1400" b="1"/>
                        <a:t>внутрішнє об’єднання</a:t>
                      </a:r>
                      <a:r>
                        <a:rPr lang="ru-RU" sz="1400"/>
                        <a:t> (</a:t>
                      </a:r>
                      <a:r>
                        <a:rPr lang="en-AU" sz="1400"/>
                        <a:t>inner join): </a:t>
                      </a:r>
                      <a:r>
                        <a:rPr lang="ru-RU" sz="1400"/>
                        <a:t>бере лише ті елементи, у яких є відповідність у обох колекціях.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INNER JOIN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students.Join(groups, s =&gt; s.GroupId, g =&gt; g.Id, (s, g) =&gt; new { s.Name, g.Name })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список студентів разом із назвами їхніх груп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55573759"/>
                  </a:ext>
                </a:extLst>
              </a:tr>
              <a:tr h="947678">
                <a:tc>
                  <a:txBody>
                    <a:bodyPr/>
                    <a:lstStyle/>
                    <a:p>
                      <a:r>
                        <a:rPr lang="en-AU" sz="1400" b="1"/>
                        <a:t>GroupJoin</a:t>
                      </a:r>
                      <a:endParaRPr lang="en-AU" sz="14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Об’єднує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дві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колекції</a:t>
                      </a:r>
                      <a:r>
                        <a:rPr lang="ru-RU" sz="1400" dirty="0"/>
                        <a:t> за </a:t>
                      </a:r>
                      <a:r>
                        <a:rPr lang="ru-RU" sz="1400" dirty="0" err="1"/>
                        <a:t>ключем</a:t>
                      </a:r>
                      <a:r>
                        <a:rPr lang="ru-RU" sz="1400" dirty="0"/>
                        <a:t>, але </a:t>
                      </a:r>
                      <a:r>
                        <a:rPr lang="ru-RU" sz="1400" dirty="0" err="1"/>
                        <a:t>повертає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b="1" dirty="0" err="1"/>
                        <a:t>групи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пов’язаних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елементів</a:t>
                      </a:r>
                      <a:r>
                        <a:rPr lang="ru-RU" sz="1400" dirty="0"/>
                        <a:t> з </a:t>
                      </a:r>
                      <a:r>
                        <a:rPr lang="ru-RU" sz="1400" dirty="0" err="1"/>
                        <a:t>другої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колекції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Створює </a:t>
                      </a:r>
                      <a:r>
                        <a:rPr lang="ru-RU" sz="1400" b="1"/>
                        <a:t>колекцію груп</a:t>
                      </a:r>
                      <a:r>
                        <a:rPr lang="ru-RU" sz="1400"/>
                        <a:t>, де кожен елемент першої колекції містить пов’язану підколекцію з другої.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LEFT OUTER JOIN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groups.GroupJoin(students, g =&gt; g.Id, s =&gt; s.GroupId, (g, s) =&gt; new { g.Name, Students = s })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Повертає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кожну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групу</a:t>
                      </a:r>
                      <a:r>
                        <a:rPr lang="ru-RU" sz="1400" dirty="0"/>
                        <a:t> з </a:t>
                      </a:r>
                      <a:r>
                        <a:rPr lang="ru-RU" sz="1400" dirty="0" err="1"/>
                        <a:t>переліком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її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студентів</a:t>
                      </a:r>
                      <a:r>
                        <a:rPr lang="ru-RU" sz="1400" dirty="0"/>
                        <a:t> (</a:t>
                      </a:r>
                      <a:r>
                        <a:rPr lang="ru-RU" sz="1400" dirty="0" err="1"/>
                        <a:t>навіть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якщо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студентів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немає</a:t>
                      </a:r>
                      <a:r>
                        <a:rPr lang="ru-RU" sz="1400" dirty="0"/>
                        <a:t>)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29033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755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780" y="786372"/>
            <a:ext cx="6006913" cy="505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81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1" y="415178"/>
            <a:ext cx="3800475" cy="2800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609" y="403412"/>
            <a:ext cx="6438900" cy="5486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859" y="4851587"/>
            <a:ext cx="16764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12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47" y="1653147"/>
            <a:ext cx="99345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104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76" y="128026"/>
            <a:ext cx="7502899" cy="5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828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60" y="1532965"/>
            <a:ext cx="11458356" cy="380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747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40" y="154081"/>
            <a:ext cx="10001250" cy="1466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39" y="2324660"/>
            <a:ext cx="39814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133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1" y="0"/>
            <a:ext cx="6651812" cy="68477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30" y="4903694"/>
            <a:ext cx="1295400" cy="1676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461807"/>
            <a:ext cx="57816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80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40" y="1133475"/>
            <a:ext cx="995362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921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124665"/>
            <a:ext cx="8067675" cy="6581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762" y="4020950"/>
            <a:ext cx="12096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007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66" y="313484"/>
            <a:ext cx="6638925" cy="1685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53" y="2256305"/>
            <a:ext cx="3571875" cy="1162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795" y="3380816"/>
            <a:ext cx="46577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178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44" y="122449"/>
            <a:ext cx="6869574" cy="40492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225" y="1338543"/>
            <a:ext cx="2790825" cy="12763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060" y="3946152"/>
            <a:ext cx="57912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075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02" y="95864"/>
            <a:ext cx="10144125" cy="3048000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5FE21D0-B49C-A411-BD89-A38CD2F2C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818250"/>
              </p:ext>
            </p:extLst>
          </p:nvPr>
        </p:nvGraphicFramePr>
        <p:xfrm>
          <a:off x="208083" y="3429000"/>
          <a:ext cx="11875763" cy="3122683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256055">
                  <a:extLst>
                    <a:ext uri="{9D8B030D-6E8A-4147-A177-3AD203B41FA5}">
                      <a16:colId xmlns:a16="http://schemas.microsoft.com/office/drawing/2014/main" val="2590535140"/>
                    </a:ext>
                  </a:extLst>
                </a:gridCol>
                <a:gridCol w="2702532">
                  <a:extLst>
                    <a:ext uri="{9D8B030D-6E8A-4147-A177-3AD203B41FA5}">
                      <a16:colId xmlns:a16="http://schemas.microsoft.com/office/drawing/2014/main" val="709819362"/>
                    </a:ext>
                  </a:extLst>
                </a:gridCol>
                <a:gridCol w="1979294">
                  <a:extLst>
                    <a:ext uri="{9D8B030D-6E8A-4147-A177-3AD203B41FA5}">
                      <a16:colId xmlns:a16="http://schemas.microsoft.com/office/drawing/2014/main" val="351785082"/>
                    </a:ext>
                  </a:extLst>
                </a:gridCol>
                <a:gridCol w="1979294">
                  <a:extLst>
                    <a:ext uri="{9D8B030D-6E8A-4147-A177-3AD203B41FA5}">
                      <a16:colId xmlns:a16="http://schemas.microsoft.com/office/drawing/2014/main" val="3321282158"/>
                    </a:ext>
                  </a:extLst>
                </a:gridCol>
                <a:gridCol w="1979294">
                  <a:extLst>
                    <a:ext uri="{9D8B030D-6E8A-4147-A177-3AD203B41FA5}">
                      <a16:colId xmlns:a16="http://schemas.microsoft.com/office/drawing/2014/main" val="1940517044"/>
                    </a:ext>
                  </a:extLst>
                </a:gridCol>
                <a:gridCol w="1979294">
                  <a:extLst>
                    <a:ext uri="{9D8B030D-6E8A-4147-A177-3AD203B41FA5}">
                      <a16:colId xmlns:a16="http://schemas.microsoft.com/office/drawing/2014/main" val="2155130357"/>
                    </a:ext>
                  </a:extLst>
                </a:gridCol>
              </a:tblGrid>
              <a:tr h="200437">
                <a:tc>
                  <a:txBody>
                    <a:bodyPr/>
                    <a:lstStyle/>
                    <a:p>
                      <a:r>
                        <a:rPr lang="ru-RU" sz="1400" b="1"/>
                        <a:t>Метод </a:t>
                      </a:r>
                      <a:r>
                        <a:rPr lang="en-AU" sz="1400" b="1"/>
                        <a:t>LINQ</a:t>
                      </a:r>
                      <a:endParaRPr lang="en-AU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Опис</a:t>
                      </a:r>
                      <a:endParaRPr lang="ru-RU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Що робить</a:t>
                      </a:r>
                      <a:endParaRPr lang="ru-RU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 b="1" dirty="0" err="1"/>
                        <a:t>Повертає</a:t>
                      </a:r>
                      <a:endParaRPr lang="ru-RU" sz="140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Приклад</a:t>
                      </a:r>
                      <a:endParaRPr lang="ru-RU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Результат</a:t>
                      </a:r>
                      <a:endParaRPr lang="ru-RU" sz="1400"/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64448291"/>
                  </a:ext>
                </a:extLst>
              </a:tr>
              <a:tr h="867498">
                <a:tc>
                  <a:txBody>
                    <a:bodyPr/>
                    <a:lstStyle/>
                    <a:p>
                      <a:r>
                        <a:rPr lang="en-AU" sz="1400" b="1"/>
                        <a:t>All</a:t>
                      </a:r>
                      <a:endParaRPr lang="en-AU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Перевіряє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чи</a:t>
                      </a:r>
                      <a:r>
                        <a:rPr lang="ru-RU" sz="1400" dirty="0"/>
                        <a:t> </a:t>
                      </a:r>
                      <a:r>
                        <a:rPr lang="ru-RU" sz="1400" b="1" dirty="0" err="1"/>
                        <a:t>всі</a:t>
                      </a:r>
                      <a:r>
                        <a:rPr lang="ru-RU" sz="1400" b="1" dirty="0"/>
                        <a:t> </a:t>
                      </a:r>
                      <a:r>
                        <a:rPr lang="ru-RU" sz="1400" b="1" dirty="0" err="1"/>
                        <a:t>елементи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колекції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відповідають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заданій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умові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true, якщо </a:t>
                      </a:r>
                      <a:r>
                        <a:rPr lang="ru-RU" sz="1400" b="1"/>
                        <a:t>всі</a:t>
                      </a:r>
                      <a:r>
                        <a:rPr lang="ru-RU" sz="1400"/>
                        <a:t> елементи задовольняють предикат.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bool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[1, 2, 3].All(x =&gt; x &gt; 0)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true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586480204"/>
                  </a:ext>
                </a:extLst>
              </a:tr>
              <a:tr h="1030153">
                <a:tc>
                  <a:txBody>
                    <a:bodyPr/>
                    <a:lstStyle/>
                    <a:p>
                      <a:r>
                        <a:rPr lang="en-AU" sz="1400" b="1"/>
                        <a:t>Any</a:t>
                      </a:r>
                      <a:endParaRPr lang="en-AU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Перевіряє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чи</a:t>
                      </a:r>
                      <a:r>
                        <a:rPr lang="ru-RU" sz="1400" dirty="0"/>
                        <a:t> </a:t>
                      </a:r>
                      <a:r>
                        <a:rPr lang="ru-RU" sz="1400" b="1" dirty="0" err="1"/>
                        <a:t>хоч</a:t>
                      </a:r>
                      <a:r>
                        <a:rPr lang="ru-RU" sz="1400" b="1" dirty="0"/>
                        <a:t> один </a:t>
                      </a:r>
                      <a:r>
                        <a:rPr lang="ru-RU" sz="1400" b="1" dirty="0" err="1"/>
                        <a:t>елемент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колекції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відповідає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заданій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умові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true, якщо </a:t>
                      </a:r>
                      <a:r>
                        <a:rPr lang="ru-RU" sz="1400" b="1"/>
                        <a:t>є хоча б один</a:t>
                      </a:r>
                      <a:r>
                        <a:rPr lang="ru-RU" sz="1400"/>
                        <a:t> елемент, що задовольняє предикат.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bool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[1, 2, 3].Any(x =&gt; x &gt; 2)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true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783682020"/>
                  </a:ext>
                </a:extLst>
              </a:tr>
              <a:tr h="867498">
                <a:tc>
                  <a:txBody>
                    <a:bodyPr/>
                    <a:lstStyle/>
                    <a:p>
                      <a:r>
                        <a:rPr lang="en-AU" sz="1400" b="1" dirty="0"/>
                        <a:t>Contains</a:t>
                      </a:r>
                      <a:endParaRPr lang="en-AU" sz="140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Перевіряє, чи колекція </a:t>
                      </a:r>
                      <a:r>
                        <a:rPr lang="ru-RU" sz="1400" b="1"/>
                        <a:t>містить конкретне значення</a:t>
                      </a:r>
                      <a:r>
                        <a:rPr lang="ru-RU" sz="1400"/>
                        <a:t>.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true, якщо елемент знайдено у колекції.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bool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[1, 2, 3].Contains(2)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true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92665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6630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23" y="0"/>
            <a:ext cx="9397533" cy="42911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23" y="4426623"/>
            <a:ext cx="9720262" cy="21893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563" y="3649359"/>
            <a:ext cx="4545107" cy="81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885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9" y="2106637"/>
            <a:ext cx="11742140" cy="264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690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82" y="932636"/>
            <a:ext cx="11003636" cy="473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839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64ED9DE-38C0-E468-9207-FA543D1A3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90867"/>
              </p:ext>
            </p:extLst>
          </p:nvPr>
        </p:nvGraphicFramePr>
        <p:xfrm>
          <a:off x="267552" y="770451"/>
          <a:ext cx="11656896" cy="5317098"/>
        </p:xfrm>
        <a:graphic>
          <a:graphicData uri="http://schemas.openxmlformats.org/drawingml/2006/table">
            <a:tbl>
              <a:tblPr/>
              <a:tblGrid>
                <a:gridCol w="1942816">
                  <a:extLst>
                    <a:ext uri="{9D8B030D-6E8A-4147-A177-3AD203B41FA5}">
                      <a16:colId xmlns:a16="http://schemas.microsoft.com/office/drawing/2014/main" val="1006676668"/>
                    </a:ext>
                  </a:extLst>
                </a:gridCol>
                <a:gridCol w="1942816">
                  <a:extLst>
                    <a:ext uri="{9D8B030D-6E8A-4147-A177-3AD203B41FA5}">
                      <a16:colId xmlns:a16="http://schemas.microsoft.com/office/drawing/2014/main" val="678342631"/>
                    </a:ext>
                  </a:extLst>
                </a:gridCol>
                <a:gridCol w="1942816">
                  <a:extLst>
                    <a:ext uri="{9D8B030D-6E8A-4147-A177-3AD203B41FA5}">
                      <a16:colId xmlns:a16="http://schemas.microsoft.com/office/drawing/2014/main" val="2483595207"/>
                    </a:ext>
                  </a:extLst>
                </a:gridCol>
                <a:gridCol w="967530">
                  <a:extLst>
                    <a:ext uri="{9D8B030D-6E8A-4147-A177-3AD203B41FA5}">
                      <a16:colId xmlns:a16="http://schemas.microsoft.com/office/drawing/2014/main" val="3273153403"/>
                    </a:ext>
                  </a:extLst>
                </a:gridCol>
                <a:gridCol w="2918102">
                  <a:extLst>
                    <a:ext uri="{9D8B030D-6E8A-4147-A177-3AD203B41FA5}">
                      <a16:colId xmlns:a16="http://schemas.microsoft.com/office/drawing/2014/main" val="2718886164"/>
                    </a:ext>
                  </a:extLst>
                </a:gridCol>
                <a:gridCol w="1942816">
                  <a:extLst>
                    <a:ext uri="{9D8B030D-6E8A-4147-A177-3AD203B41FA5}">
                      <a16:colId xmlns:a16="http://schemas.microsoft.com/office/drawing/2014/main" val="944726709"/>
                    </a:ext>
                  </a:extLst>
                </a:gridCol>
              </a:tblGrid>
              <a:tr h="265374">
                <a:tc>
                  <a:txBody>
                    <a:bodyPr/>
                    <a:lstStyle/>
                    <a:p>
                      <a:r>
                        <a:rPr lang="ru-RU" sz="1400" b="1"/>
                        <a:t>Метод </a:t>
                      </a:r>
                      <a:r>
                        <a:rPr lang="en-AU" sz="1400" b="1"/>
                        <a:t>LINQ</a:t>
                      </a:r>
                      <a:endParaRPr lang="en-A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Опис</a:t>
                      </a:r>
                      <a:endParaRPr lang="ru-R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Що робить</a:t>
                      </a:r>
                      <a:endParaRPr lang="ru-R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Повертає</a:t>
                      </a:r>
                      <a:endParaRPr lang="ru-R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Приклад</a:t>
                      </a:r>
                      <a:endParaRPr lang="ru-R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Результат</a:t>
                      </a:r>
                      <a:endParaRPr lang="ru-R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64697"/>
                  </a:ext>
                </a:extLst>
              </a:tr>
              <a:tr h="1177976">
                <a:tc>
                  <a:txBody>
                    <a:bodyPr/>
                    <a:lstStyle/>
                    <a:p>
                      <a:r>
                        <a:rPr lang="en-AU" sz="1400" b="1"/>
                        <a:t>Aggregate</a:t>
                      </a:r>
                      <a:endParaRPr lang="en-A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Виконує </a:t>
                      </a:r>
                      <a:r>
                        <a:rPr lang="ru-RU" sz="1400" b="1"/>
                        <a:t>кастомну операцію агрегації</a:t>
                      </a:r>
                      <a:r>
                        <a:rPr lang="ru-RU" sz="1400"/>
                        <a:t> над елементами колекції (наприклад, множення, конкатенація тощо).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Послідовно застосовує функцію до елементів, накопичуючи результат.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Будь-який тип (залежить від операції)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[1, 2, 3, 4].Aggregate((a, b) =&gt; a * b)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24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31346"/>
                  </a:ext>
                </a:extLst>
              </a:tr>
              <a:tr h="721675">
                <a:tc>
                  <a:txBody>
                    <a:bodyPr/>
                    <a:lstStyle/>
                    <a:p>
                      <a:r>
                        <a:rPr lang="en-AU" sz="1400" b="1"/>
                        <a:t>Average</a:t>
                      </a:r>
                      <a:endParaRPr lang="en-A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Обчислює </a:t>
                      </a:r>
                      <a:r>
                        <a:rPr lang="ru-RU" sz="1400" b="1"/>
                        <a:t>середнє арифметичне</a:t>
                      </a:r>
                      <a:r>
                        <a:rPr lang="ru-RU" sz="1400"/>
                        <a:t> числових елементів колекції.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Знаходить середнє значення.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double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[1, 2, 3, 4].Average()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2.5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488048"/>
                  </a:ext>
                </a:extLst>
              </a:tr>
              <a:tr h="721675">
                <a:tc>
                  <a:txBody>
                    <a:bodyPr/>
                    <a:lstStyle/>
                    <a:p>
                      <a:r>
                        <a:rPr lang="en-AU" sz="1400" b="1"/>
                        <a:t>Count</a:t>
                      </a:r>
                      <a:endParaRPr lang="en-A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Рахує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b="1" dirty="0" err="1"/>
                        <a:t>кількість</a:t>
                      </a:r>
                      <a:r>
                        <a:rPr lang="ru-RU" sz="1400" b="1" dirty="0"/>
                        <a:t> </a:t>
                      </a:r>
                      <a:r>
                        <a:rPr lang="ru-RU" sz="1400" b="1" dirty="0" err="1"/>
                        <a:t>елементів</a:t>
                      </a:r>
                      <a:r>
                        <a:rPr lang="ru-RU" sz="1400" dirty="0"/>
                        <a:t> у </a:t>
                      </a:r>
                      <a:r>
                        <a:rPr lang="ru-RU" sz="1400" dirty="0" err="1"/>
                        <a:t>колекції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Повертає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кількість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усіх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або</a:t>
                      </a:r>
                      <a:r>
                        <a:rPr lang="ru-RU" sz="1400" dirty="0"/>
                        <a:t> тих, </a:t>
                      </a:r>
                      <a:r>
                        <a:rPr lang="ru-RU" sz="1400" dirty="0" err="1"/>
                        <a:t>що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задовольняють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умову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int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[1, 2, 3, 4].Count(x =&gt; x &gt; 2)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048541"/>
                  </a:ext>
                </a:extLst>
              </a:tr>
              <a:tr h="721675">
                <a:tc>
                  <a:txBody>
                    <a:bodyPr/>
                    <a:lstStyle/>
                    <a:p>
                      <a:r>
                        <a:rPr lang="en-AU" sz="1400" b="1"/>
                        <a:t>LongCount</a:t>
                      </a:r>
                      <a:endParaRPr lang="en-A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Те саме, що Count(), але повертає </a:t>
                      </a:r>
                      <a:r>
                        <a:rPr lang="ru-RU" sz="1400" b="1"/>
                        <a:t>long</a:t>
                      </a:r>
                      <a:r>
                        <a:rPr lang="ru-RU" sz="1400"/>
                        <a:t>, якщо колекція дуже велика.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Використовується для великих наборів даних.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long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[1, 2, 3].LongCount()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3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572534"/>
                  </a:ext>
                </a:extLst>
              </a:tr>
              <a:tr h="493524">
                <a:tc>
                  <a:txBody>
                    <a:bodyPr/>
                    <a:lstStyle/>
                    <a:p>
                      <a:r>
                        <a:rPr lang="en-AU" sz="1400" b="1"/>
                        <a:t>Max</a:t>
                      </a:r>
                      <a:endParaRPr lang="en-A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Знаходить </a:t>
                      </a:r>
                      <a:r>
                        <a:rPr lang="ru-RU" sz="1400" b="1"/>
                        <a:t>найбільше значення</a:t>
                      </a:r>
                      <a:r>
                        <a:rPr lang="ru-RU" sz="1400"/>
                        <a:t> у колекції.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максимум.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Тип </a:t>
                      </a:r>
                      <a:r>
                        <a:rPr lang="ru-RU" sz="1400" dirty="0" err="1"/>
                        <a:t>елементів</a:t>
                      </a:r>
                      <a:endParaRPr lang="ru-RU" sz="1400" dirty="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[1, 2, 5, 3].Max()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5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32260"/>
                  </a:ext>
                </a:extLst>
              </a:tr>
              <a:tr h="493524">
                <a:tc>
                  <a:txBody>
                    <a:bodyPr/>
                    <a:lstStyle/>
                    <a:p>
                      <a:r>
                        <a:rPr lang="en-AU" sz="1400" b="1"/>
                        <a:t>Min</a:t>
                      </a:r>
                      <a:endParaRPr lang="en-AU" sz="140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Знаходить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b="1" dirty="0" err="1"/>
                        <a:t>найменше</a:t>
                      </a:r>
                      <a:r>
                        <a:rPr lang="ru-RU" sz="1400" b="1" dirty="0"/>
                        <a:t> </a:t>
                      </a:r>
                      <a:r>
                        <a:rPr lang="ru-RU" sz="1400" b="1" dirty="0" err="1"/>
                        <a:t>значення</a:t>
                      </a:r>
                      <a:r>
                        <a:rPr lang="ru-RU" sz="1400" dirty="0"/>
                        <a:t> у </a:t>
                      </a:r>
                      <a:r>
                        <a:rPr lang="ru-RU" sz="1400" dirty="0" err="1"/>
                        <a:t>колекції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Повертає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мінімум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Тип </a:t>
                      </a:r>
                      <a:r>
                        <a:rPr lang="ru-RU" sz="1400" dirty="0" err="1"/>
                        <a:t>елементів</a:t>
                      </a:r>
                      <a:endParaRPr lang="ru-RU" sz="1400" dirty="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[1, 2, 5, 3].Min()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90040"/>
                  </a:ext>
                </a:extLst>
              </a:tr>
              <a:tr h="721675">
                <a:tc>
                  <a:txBody>
                    <a:bodyPr/>
                    <a:lstStyle/>
                    <a:p>
                      <a:r>
                        <a:rPr lang="en-AU" sz="1400" b="1" dirty="0"/>
                        <a:t>Sum</a:t>
                      </a:r>
                      <a:endParaRPr lang="en-AU" sz="1400" dirty="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Обчислює </a:t>
                      </a:r>
                      <a:r>
                        <a:rPr lang="ru-RU" sz="1400" b="1"/>
                        <a:t>суму всіх числових елементів</a:t>
                      </a:r>
                      <a:r>
                        <a:rPr lang="ru-RU" sz="1400"/>
                        <a:t> колекції.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Складає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всі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елементи</a:t>
                      </a:r>
                      <a:r>
                        <a:rPr lang="ru-RU" sz="1400" dirty="0"/>
                        <a:t>.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int, double </a:t>
                      </a:r>
                      <a:r>
                        <a:rPr lang="ru-RU" sz="1400" dirty="0" err="1"/>
                        <a:t>тощо</a:t>
                      </a:r>
                      <a:endParaRPr lang="ru-RU" sz="1400" dirty="0"/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[1, 2, 3, 4].Sum()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</a:t>
                      </a:r>
                    </a:p>
                  </a:txBody>
                  <a:tcPr marL="34811" marR="34811" marT="17405" marB="174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751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0109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722499"/>
            <a:ext cx="10912584" cy="473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390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2" y="261937"/>
            <a:ext cx="7572375" cy="1762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162" y="2431396"/>
            <a:ext cx="759142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10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22" y="91896"/>
            <a:ext cx="8248650" cy="3086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86" y="3250827"/>
            <a:ext cx="8662428" cy="34615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425" y="3250827"/>
            <a:ext cx="5093634" cy="67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5057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25" y="965106"/>
            <a:ext cx="4981575" cy="1781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643" y="2859742"/>
            <a:ext cx="60769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188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139" y="890307"/>
            <a:ext cx="6238875" cy="3867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08" y="412377"/>
            <a:ext cx="4924425" cy="2590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372" y="5149103"/>
            <a:ext cx="49625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133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94" y="152400"/>
            <a:ext cx="6019800" cy="3676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977" y="3708027"/>
            <a:ext cx="64579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194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381" y="790294"/>
            <a:ext cx="6219825" cy="50768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249" y="5867119"/>
            <a:ext cx="442912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871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747712"/>
            <a:ext cx="1002030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907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2423226-FBF6-90D2-CF6A-DE7666855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86487"/>
              </p:ext>
            </p:extLst>
          </p:nvPr>
        </p:nvGraphicFramePr>
        <p:xfrm>
          <a:off x="435197" y="196410"/>
          <a:ext cx="11321605" cy="6465180"/>
        </p:xfrm>
        <a:graphic>
          <a:graphicData uri="http://schemas.openxmlformats.org/drawingml/2006/table">
            <a:tbl>
              <a:tblPr/>
              <a:tblGrid>
                <a:gridCol w="2264321">
                  <a:extLst>
                    <a:ext uri="{9D8B030D-6E8A-4147-A177-3AD203B41FA5}">
                      <a16:colId xmlns:a16="http://schemas.microsoft.com/office/drawing/2014/main" val="1370367904"/>
                    </a:ext>
                  </a:extLst>
                </a:gridCol>
                <a:gridCol w="2264321">
                  <a:extLst>
                    <a:ext uri="{9D8B030D-6E8A-4147-A177-3AD203B41FA5}">
                      <a16:colId xmlns:a16="http://schemas.microsoft.com/office/drawing/2014/main" val="599263478"/>
                    </a:ext>
                  </a:extLst>
                </a:gridCol>
                <a:gridCol w="2264321">
                  <a:extLst>
                    <a:ext uri="{9D8B030D-6E8A-4147-A177-3AD203B41FA5}">
                      <a16:colId xmlns:a16="http://schemas.microsoft.com/office/drawing/2014/main" val="4268356817"/>
                    </a:ext>
                  </a:extLst>
                </a:gridCol>
                <a:gridCol w="2264321">
                  <a:extLst>
                    <a:ext uri="{9D8B030D-6E8A-4147-A177-3AD203B41FA5}">
                      <a16:colId xmlns:a16="http://schemas.microsoft.com/office/drawing/2014/main" val="101612264"/>
                    </a:ext>
                  </a:extLst>
                </a:gridCol>
                <a:gridCol w="2264321">
                  <a:extLst>
                    <a:ext uri="{9D8B030D-6E8A-4147-A177-3AD203B41FA5}">
                      <a16:colId xmlns:a16="http://schemas.microsoft.com/office/drawing/2014/main" val="1932356412"/>
                    </a:ext>
                  </a:extLst>
                </a:gridCol>
              </a:tblGrid>
              <a:tr h="161311">
                <a:tc>
                  <a:txBody>
                    <a:bodyPr/>
                    <a:lstStyle/>
                    <a:p>
                      <a:r>
                        <a:rPr lang="ru-RU" sz="1400" b="1"/>
                        <a:t>Метод </a:t>
                      </a:r>
                      <a:r>
                        <a:rPr lang="en-AU" sz="1400" b="1"/>
                        <a:t>LINQ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Опис</a:t>
                      </a:r>
                      <a:endParaRPr lang="ru-R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Що робить</a:t>
                      </a:r>
                      <a:endParaRPr lang="ru-R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Приклад</a:t>
                      </a:r>
                      <a:endParaRPr lang="ru-R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Результат</a:t>
                      </a:r>
                      <a:endParaRPr lang="ru-R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181501"/>
                  </a:ext>
                </a:extLst>
              </a:tr>
              <a:tr h="403279">
                <a:tc>
                  <a:txBody>
                    <a:bodyPr/>
                    <a:lstStyle/>
                    <a:p>
                      <a:r>
                        <a:rPr lang="en-AU" sz="1400" b="1"/>
                        <a:t>ElementAt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елемент за вказаним індексом.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Доступ до конкретного елемента.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[10, 20, 30].ElementAt(1)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20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724964"/>
                  </a:ext>
                </a:extLst>
              </a:tr>
              <a:tr h="766228">
                <a:tc>
                  <a:txBody>
                    <a:bodyPr/>
                    <a:lstStyle/>
                    <a:p>
                      <a:r>
                        <a:rPr lang="en-AU" sz="1400" b="1"/>
                        <a:t>ElementAtOrDefault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елемент за індексом або значення за замовчуванням, якщо індекс поза межами.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Безпечний доступ до індексу.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400"/>
                        <a:t>[10, 20, 30].ElementAtOrDefault(5)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0 (для </a:t>
                      </a:r>
                      <a:r>
                        <a:rPr lang="en-AU" sz="1400"/>
                        <a:t>int)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061471"/>
                  </a:ext>
                </a:extLst>
              </a:tr>
              <a:tr h="645245">
                <a:tc>
                  <a:txBody>
                    <a:bodyPr/>
                    <a:lstStyle/>
                    <a:p>
                      <a:r>
                        <a:rPr lang="en-AU" sz="1400" b="1"/>
                        <a:t>First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перший елемент або перший, що задовольняє умову.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Пошук першого підходящого елемента.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[1, 2, 3].First(x =&gt; x &gt; 1)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2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57945"/>
                  </a:ext>
                </a:extLst>
              </a:tr>
              <a:tr h="766228">
                <a:tc>
                  <a:txBody>
                    <a:bodyPr/>
                    <a:lstStyle/>
                    <a:p>
                      <a:r>
                        <a:rPr lang="en-AU" sz="1400" b="1"/>
                        <a:t>FirstOrDefault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перший елемент або перший за умови; якщо немає — значення за замовчуванням.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Безпечний пошук першого елемента.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[1, 2, 3].FirstOrDefault(x =&gt; x &gt; 5)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0 (для </a:t>
                      </a:r>
                      <a:r>
                        <a:rPr lang="en-AU" sz="1400"/>
                        <a:t>int)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78680"/>
                  </a:ext>
                </a:extLst>
              </a:tr>
              <a:tr h="645245">
                <a:tc>
                  <a:txBody>
                    <a:bodyPr/>
                    <a:lstStyle/>
                    <a:p>
                      <a:r>
                        <a:rPr lang="en-AU" sz="1400" b="1"/>
                        <a:t>Last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останній елемент або останній, що задовольняє умову.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Пошук останнього підходящого елемента.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[1, 2, 3].Last(x =&gt; x &lt; 3)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2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228241"/>
                  </a:ext>
                </a:extLst>
              </a:tr>
              <a:tr h="766228">
                <a:tc>
                  <a:txBody>
                    <a:bodyPr/>
                    <a:lstStyle/>
                    <a:p>
                      <a:r>
                        <a:rPr lang="en-AU" sz="1400" b="1"/>
                        <a:t>LastOrDefault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останній елемент або останній за умовою; якщо немає — значення за замовчуванням.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Безпечний пошук останнього елемента.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[1, 2, 3].LastOrDefault(x =&gt; x &gt; 5)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0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96260"/>
                  </a:ext>
                </a:extLst>
              </a:tr>
              <a:tr h="645245">
                <a:tc>
                  <a:txBody>
                    <a:bodyPr/>
                    <a:lstStyle/>
                    <a:p>
                      <a:r>
                        <a:rPr lang="en-AU" sz="1400" b="1"/>
                        <a:t>Single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єдиний елемент або єдиний, що задовольняє умову.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Використовується, коли точно один елемент повинен відповідати умові.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[5].Single()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5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092098"/>
                  </a:ext>
                </a:extLst>
              </a:tr>
              <a:tr h="887211">
                <a:tc>
                  <a:txBody>
                    <a:bodyPr/>
                    <a:lstStyle/>
                    <a:p>
                      <a:r>
                        <a:rPr lang="en-AU" sz="1400" b="1"/>
                        <a:t>SingleOrDefault</a:t>
                      </a:r>
                      <a:endParaRPr lang="en-AU" sz="14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єдиний елемент або єдиний за умовою; якщо немає або їх більше одного — значення за замовчуванням.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Безпечний пошук одного елемента.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/>
                        <a:t>[5].SingleOrDefault()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31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7964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9" y="921404"/>
            <a:ext cx="8267700" cy="5095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917" y="2211200"/>
            <a:ext cx="4891928" cy="230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991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43" y="419100"/>
            <a:ext cx="10153650" cy="3009900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FE5D515-39EF-E099-C83C-A381BE77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549490"/>
              </p:ext>
            </p:extLst>
          </p:nvPr>
        </p:nvGraphicFramePr>
        <p:xfrm>
          <a:off x="438456" y="3330186"/>
          <a:ext cx="11088330" cy="3291840"/>
        </p:xfrm>
        <a:graphic>
          <a:graphicData uri="http://schemas.openxmlformats.org/drawingml/2006/table">
            <a:tbl>
              <a:tblPr/>
              <a:tblGrid>
                <a:gridCol w="2217666">
                  <a:extLst>
                    <a:ext uri="{9D8B030D-6E8A-4147-A177-3AD203B41FA5}">
                      <a16:colId xmlns:a16="http://schemas.microsoft.com/office/drawing/2014/main" val="2273296857"/>
                    </a:ext>
                  </a:extLst>
                </a:gridCol>
                <a:gridCol w="2217666">
                  <a:extLst>
                    <a:ext uri="{9D8B030D-6E8A-4147-A177-3AD203B41FA5}">
                      <a16:colId xmlns:a16="http://schemas.microsoft.com/office/drawing/2014/main" val="2088542126"/>
                    </a:ext>
                  </a:extLst>
                </a:gridCol>
                <a:gridCol w="2217666">
                  <a:extLst>
                    <a:ext uri="{9D8B030D-6E8A-4147-A177-3AD203B41FA5}">
                      <a16:colId xmlns:a16="http://schemas.microsoft.com/office/drawing/2014/main" val="2775040642"/>
                    </a:ext>
                  </a:extLst>
                </a:gridCol>
                <a:gridCol w="2217666">
                  <a:extLst>
                    <a:ext uri="{9D8B030D-6E8A-4147-A177-3AD203B41FA5}">
                      <a16:colId xmlns:a16="http://schemas.microsoft.com/office/drawing/2014/main" val="4283668460"/>
                    </a:ext>
                  </a:extLst>
                </a:gridCol>
                <a:gridCol w="2217666">
                  <a:extLst>
                    <a:ext uri="{9D8B030D-6E8A-4147-A177-3AD203B41FA5}">
                      <a16:colId xmlns:a16="http://schemas.microsoft.com/office/drawing/2014/main" val="19251131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/>
                        <a:t>Метод </a:t>
                      </a:r>
                      <a:r>
                        <a:rPr lang="en-AU" b="1"/>
                        <a:t>LINQ</a:t>
                      </a:r>
                      <a:endParaRPr lang="en-A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/>
                        <a:t>Опис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/>
                        <a:t>Що робить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/>
                        <a:t>Приклад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/>
                        <a:t>Результат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517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b="1"/>
                        <a:t>First</a:t>
                      </a:r>
                      <a:endParaRPr lang="en-A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Повертає перший елемент колекції або перший, що задовольняє умову.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Якщо елементів немає або жоден не відповідає умові — кидає виняток.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[1, 2, 3].First(x =&gt; x &gt;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71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b="1"/>
                        <a:t>FirstOrDefault</a:t>
                      </a:r>
                      <a:endParaRPr lang="en-A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Повертає перший елемент колекції або перший, що задовольняє умову.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Якщо елементів немає або жоден не відповідає умові — повертає значення за замовчуванням (</a:t>
                      </a:r>
                      <a:r>
                        <a:rPr lang="en-AU"/>
                        <a:t>default).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[1, 2, 3].FirstOrDefault(x =&gt; x &gt; 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 (для </a:t>
                      </a:r>
                      <a:r>
                        <a:rPr lang="en-AU" dirty="0"/>
                        <a:t>int)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582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1101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2" y="522754"/>
            <a:ext cx="7562850" cy="3257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808" y="3937467"/>
            <a:ext cx="51625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663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1721503"/>
            <a:ext cx="7477125" cy="30384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654" y="4532219"/>
            <a:ext cx="28765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765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9" y="132247"/>
            <a:ext cx="10153650" cy="2381250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A21F8CE-54ED-3FD2-3B7B-3C2434644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539244"/>
              </p:ext>
            </p:extLst>
          </p:nvPr>
        </p:nvGraphicFramePr>
        <p:xfrm>
          <a:off x="502456" y="3007908"/>
          <a:ext cx="10971790" cy="3291840"/>
        </p:xfrm>
        <a:graphic>
          <a:graphicData uri="http://schemas.openxmlformats.org/drawingml/2006/table">
            <a:tbl>
              <a:tblPr/>
              <a:tblGrid>
                <a:gridCol w="2194358">
                  <a:extLst>
                    <a:ext uri="{9D8B030D-6E8A-4147-A177-3AD203B41FA5}">
                      <a16:colId xmlns:a16="http://schemas.microsoft.com/office/drawing/2014/main" val="4091285906"/>
                    </a:ext>
                  </a:extLst>
                </a:gridCol>
                <a:gridCol w="2194358">
                  <a:extLst>
                    <a:ext uri="{9D8B030D-6E8A-4147-A177-3AD203B41FA5}">
                      <a16:colId xmlns:a16="http://schemas.microsoft.com/office/drawing/2014/main" val="3754032624"/>
                    </a:ext>
                  </a:extLst>
                </a:gridCol>
                <a:gridCol w="2194358">
                  <a:extLst>
                    <a:ext uri="{9D8B030D-6E8A-4147-A177-3AD203B41FA5}">
                      <a16:colId xmlns:a16="http://schemas.microsoft.com/office/drawing/2014/main" val="2677771691"/>
                    </a:ext>
                  </a:extLst>
                </a:gridCol>
                <a:gridCol w="2194358">
                  <a:extLst>
                    <a:ext uri="{9D8B030D-6E8A-4147-A177-3AD203B41FA5}">
                      <a16:colId xmlns:a16="http://schemas.microsoft.com/office/drawing/2014/main" val="2245305339"/>
                    </a:ext>
                  </a:extLst>
                </a:gridCol>
                <a:gridCol w="2194358">
                  <a:extLst>
                    <a:ext uri="{9D8B030D-6E8A-4147-A177-3AD203B41FA5}">
                      <a16:colId xmlns:a16="http://schemas.microsoft.com/office/drawing/2014/main" val="19250131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/>
                        <a:t>Метод </a:t>
                      </a:r>
                      <a:r>
                        <a:rPr lang="en-AU" b="1"/>
                        <a:t>LINQ</a:t>
                      </a:r>
                      <a:endParaRPr lang="en-A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/>
                        <a:t>Опис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/>
                        <a:t>Що</a:t>
                      </a:r>
                      <a:r>
                        <a:rPr lang="ru-RU" b="1" dirty="0"/>
                        <a:t> робить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/>
                        <a:t>Приклад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/>
                        <a:t>Результат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850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b="1"/>
                        <a:t>Last</a:t>
                      </a:r>
                      <a:endParaRPr lang="en-A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Повертає останній елемент колекції або останній, що задовольняє умову.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Якщо немає підходящих елементів — кидає виняток.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[1, 2, 3, 4].Last(x =&gt; x &lt; 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82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b="1"/>
                        <a:t>LastOrDefault</a:t>
                      </a:r>
                      <a:endParaRPr lang="en-A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Повертає останній елемент колекції або останній, що задовольняє умову.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Якщо немає підходящих елементів — повертає значення за замовчуванням (default).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[1, 2, 3, 4].LastOrDefault(x =&gt; x &gt; 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 (для </a:t>
                      </a:r>
                      <a:r>
                        <a:rPr lang="en-AU" dirty="0"/>
                        <a:t>int)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069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665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67" y="1086410"/>
            <a:ext cx="7858125" cy="3448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986" y="4308381"/>
            <a:ext cx="52768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801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40" y="1498505"/>
            <a:ext cx="7210425" cy="3305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365" y="4830575"/>
            <a:ext cx="285750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011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90" y="1545290"/>
            <a:ext cx="8244139" cy="29729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301" y="4992220"/>
            <a:ext cx="54673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36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84" y="411680"/>
            <a:ext cx="11022031" cy="3017320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AB4A9DC-53B6-0781-BD8B-72BD85E42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356114"/>
              </p:ext>
            </p:extLst>
          </p:nvPr>
        </p:nvGraphicFramePr>
        <p:xfrm>
          <a:off x="521297" y="3705257"/>
          <a:ext cx="11149405" cy="2846760"/>
        </p:xfrm>
        <a:graphic>
          <a:graphicData uri="http://schemas.openxmlformats.org/drawingml/2006/table">
            <a:tbl>
              <a:tblPr/>
              <a:tblGrid>
                <a:gridCol w="2229881">
                  <a:extLst>
                    <a:ext uri="{9D8B030D-6E8A-4147-A177-3AD203B41FA5}">
                      <a16:colId xmlns:a16="http://schemas.microsoft.com/office/drawing/2014/main" val="1994475831"/>
                    </a:ext>
                  </a:extLst>
                </a:gridCol>
                <a:gridCol w="2229881">
                  <a:extLst>
                    <a:ext uri="{9D8B030D-6E8A-4147-A177-3AD203B41FA5}">
                      <a16:colId xmlns:a16="http://schemas.microsoft.com/office/drawing/2014/main" val="2905372494"/>
                    </a:ext>
                  </a:extLst>
                </a:gridCol>
                <a:gridCol w="3140197">
                  <a:extLst>
                    <a:ext uri="{9D8B030D-6E8A-4147-A177-3AD203B41FA5}">
                      <a16:colId xmlns:a16="http://schemas.microsoft.com/office/drawing/2014/main" val="3134751891"/>
                    </a:ext>
                  </a:extLst>
                </a:gridCol>
                <a:gridCol w="1818968">
                  <a:extLst>
                    <a:ext uri="{9D8B030D-6E8A-4147-A177-3AD203B41FA5}">
                      <a16:colId xmlns:a16="http://schemas.microsoft.com/office/drawing/2014/main" val="2609214414"/>
                    </a:ext>
                  </a:extLst>
                </a:gridCol>
                <a:gridCol w="1730478">
                  <a:extLst>
                    <a:ext uri="{9D8B030D-6E8A-4147-A177-3AD203B41FA5}">
                      <a16:colId xmlns:a16="http://schemas.microsoft.com/office/drawing/2014/main" val="609519503"/>
                    </a:ext>
                  </a:extLst>
                </a:gridCol>
              </a:tblGrid>
              <a:tr h="193091">
                <a:tc>
                  <a:txBody>
                    <a:bodyPr/>
                    <a:lstStyle/>
                    <a:p>
                      <a:r>
                        <a:rPr lang="ru-RU" sz="1700" b="1"/>
                        <a:t>Метод </a:t>
                      </a:r>
                      <a:r>
                        <a:rPr lang="en-AU" sz="1700" b="1"/>
                        <a:t>LINQ</a:t>
                      </a:r>
                      <a:endParaRPr lang="en-AU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/>
                        <a:t>Опис</a:t>
                      </a:r>
                      <a:endParaRPr lang="ru-RU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/>
                        <a:t>Що робить</a:t>
                      </a:r>
                      <a:endParaRPr lang="ru-RU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/>
                        <a:t>Приклад</a:t>
                      </a:r>
                      <a:endParaRPr lang="ru-RU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/>
                        <a:t>Результат</a:t>
                      </a:r>
                      <a:endParaRPr lang="ru-RU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654805"/>
                  </a:ext>
                </a:extLst>
              </a:tr>
              <a:tr h="908876">
                <a:tc>
                  <a:txBody>
                    <a:bodyPr/>
                    <a:lstStyle/>
                    <a:p>
                      <a:r>
                        <a:rPr lang="en-AU" sz="1700" b="1"/>
                        <a:t>Single</a:t>
                      </a:r>
                      <a:endParaRPr lang="en-AU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Повертає </a:t>
                      </a:r>
                      <a:r>
                        <a:rPr lang="ru-RU" sz="1700" b="1"/>
                        <a:t>єдиний елемент</a:t>
                      </a:r>
                      <a:r>
                        <a:rPr lang="ru-RU" sz="1700"/>
                        <a:t> колекції або єдиний, що задовольняє умову.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Якщо елементів немає або їх більше одного — кидає </a:t>
                      </a:r>
                      <a:r>
                        <a:rPr lang="en-AU" sz="1700"/>
                        <a:t>InvalidOperationException.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/>
                        <a:t>[5].Single()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5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095070"/>
                  </a:ext>
                </a:extLst>
              </a:tr>
              <a:tr h="1339396">
                <a:tc>
                  <a:txBody>
                    <a:bodyPr/>
                    <a:lstStyle/>
                    <a:p>
                      <a:r>
                        <a:rPr lang="en-AU" sz="1700" b="1"/>
                        <a:t>SingleOrDefault</a:t>
                      </a:r>
                      <a:endParaRPr lang="en-AU" sz="170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Повертає </a:t>
                      </a:r>
                      <a:r>
                        <a:rPr lang="ru-RU" sz="1700" b="1"/>
                        <a:t>єдиний елемент</a:t>
                      </a:r>
                      <a:r>
                        <a:rPr lang="ru-RU" sz="1700"/>
                        <a:t> колекції або єдиний, що задовольняє умову.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Якщо елементів немає — повертає значення за замовчуванням (</a:t>
                      </a:r>
                      <a:r>
                        <a:rPr lang="en-AU" sz="1700"/>
                        <a:t>default). </a:t>
                      </a:r>
                      <a:r>
                        <a:rPr lang="ru-RU" sz="1700"/>
                        <a:t>Якщо більше одного елемента — кидає </a:t>
                      </a:r>
                      <a:r>
                        <a:rPr lang="en-AU" sz="1700"/>
                        <a:t>InvalidOperationException.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/>
                        <a:t>[5].SingleOrDefault()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5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11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2982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87" y="833718"/>
            <a:ext cx="7791450" cy="4572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700" y="5593977"/>
            <a:ext cx="47529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136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62" y="660026"/>
            <a:ext cx="10325100" cy="1181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562" y="2220165"/>
            <a:ext cx="7353300" cy="1933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937" y="4303619"/>
            <a:ext cx="74009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792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64" y="526284"/>
            <a:ext cx="10035315" cy="55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62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604" y="653023"/>
            <a:ext cx="7663984" cy="547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209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243" y="677956"/>
            <a:ext cx="7313515" cy="566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613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13" y="1371374"/>
            <a:ext cx="11966573" cy="411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113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BE35392-A022-E195-5E60-E5C20273B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81212"/>
              </p:ext>
            </p:extLst>
          </p:nvPr>
        </p:nvGraphicFramePr>
        <p:xfrm>
          <a:off x="354542" y="763741"/>
          <a:ext cx="11493330" cy="5184774"/>
        </p:xfrm>
        <a:graphic>
          <a:graphicData uri="http://schemas.openxmlformats.org/drawingml/2006/table">
            <a:tbl>
              <a:tblPr/>
              <a:tblGrid>
                <a:gridCol w="2298666">
                  <a:extLst>
                    <a:ext uri="{9D8B030D-6E8A-4147-A177-3AD203B41FA5}">
                      <a16:colId xmlns:a16="http://schemas.microsoft.com/office/drawing/2014/main" val="3895355003"/>
                    </a:ext>
                  </a:extLst>
                </a:gridCol>
                <a:gridCol w="2298666">
                  <a:extLst>
                    <a:ext uri="{9D8B030D-6E8A-4147-A177-3AD203B41FA5}">
                      <a16:colId xmlns:a16="http://schemas.microsoft.com/office/drawing/2014/main" val="2857932591"/>
                    </a:ext>
                  </a:extLst>
                </a:gridCol>
                <a:gridCol w="2298666">
                  <a:extLst>
                    <a:ext uri="{9D8B030D-6E8A-4147-A177-3AD203B41FA5}">
                      <a16:colId xmlns:a16="http://schemas.microsoft.com/office/drawing/2014/main" val="3697060481"/>
                    </a:ext>
                  </a:extLst>
                </a:gridCol>
                <a:gridCol w="2298666">
                  <a:extLst>
                    <a:ext uri="{9D8B030D-6E8A-4147-A177-3AD203B41FA5}">
                      <a16:colId xmlns:a16="http://schemas.microsoft.com/office/drawing/2014/main" val="888449389"/>
                    </a:ext>
                  </a:extLst>
                </a:gridCol>
                <a:gridCol w="2298666">
                  <a:extLst>
                    <a:ext uri="{9D8B030D-6E8A-4147-A177-3AD203B41FA5}">
                      <a16:colId xmlns:a16="http://schemas.microsoft.com/office/drawing/2014/main" val="3270586648"/>
                    </a:ext>
                  </a:extLst>
                </a:gridCol>
              </a:tblGrid>
              <a:tr h="725868">
                <a:tc>
                  <a:txBody>
                    <a:bodyPr/>
                    <a:lstStyle/>
                    <a:p>
                      <a:r>
                        <a:rPr lang="ru-RU" sz="1700" b="1"/>
                        <a:t>Метод </a:t>
                      </a:r>
                      <a:r>
                        <a:rPr lang="en-AU" sz="1700" b="1"/>
                        <a:t>LINQ</a:t>
                      </a:r>
                      <a:endParaRPr lang="en-AU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/>
                        <a:t>Опис / Призначення</a:t>
                      </a:r>
                      <a:endParaRPr lang="ru-RU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/>
                        <a:t>Що робить</a:t>
                      </a:r>
                      <a:endParaRPr lang="ru-RU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/>
                        <a:t>Приклад</a:t>
                      </a:r>
                      <a:endParaRPr lang="ru-RU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1"/>
                        <a:t>Результат</a:t>
                      </a:r>
                      <a:endParaRPr lang="ru-RU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332470"/>
                  </a:ext>
                </a:extLst>
              </a:tr>
              <a:tr h="1036955">
                <a:tc>
                  <a:txBody>
                    <a:bodyPr/>
                    <a:lstStyle/>
                    <a:p>
                      <a:r>
                        <a:rPr lang="en-AU" sz="1700" b="1" dirty="0"/>
                        <a:t>Distinct</a:t>
                      </a:r>
                      <a:endParaRPr lang="en-AU" sz="170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Повертає </a:t>
                      </a:r>
                      <a:r>
                        <a:rPr lang="ru-RU" sz="1700" b="1"/>
                        <a:t>унікальні значення</a:t>
                      </a:r>
                      <a:r>
                        <a:rPr lang="ru-RU" sz="1700"/>
                        <a:t> з колекції.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Видаляє дублікати.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/>
                        <a:t>[1, 2, 2, 3].Distinct()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[1, 2, 3]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211185"/>
                  </a:ext>
                </a:extLst>
              </a:tr>
              <a:tr h="1036955">
                <a:tc>
                  <a:txBody>
                    <a:bodyPr/>
                    <a:lstStyle/>
                    <a:p>
                      <a:r>
                        <a:rPr lang="en-AU" sz="1700" b="1" dirty="0"/>
                        <a:t>Except</a:t>
                      </a:r>
                      <a:endParaRPr lang="en-AU" sz="170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Повертає різницю між двома колекціями.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Елементи </a:t>
                      </a:r>
                      <a:r>
                        <a:rPr lang="ru-RU" sz="1700" b="1"/>
                        <a:t>першої колекції</a:t>
                      </a:r>
                      <a:r>
                        <a:rPr lang="ru-RU" sz="1700"/>
                        <a:t>, яких немає у другій.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/>
                        <a:t>[1, 2, 3].Except([2, 3, 4])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[1]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592654"/>
                  </a:ext>
                </a:extLst>
              </a:tr>
              <a:tr h="1036955">
                <a:tc>
                  <a:txBody>
                    <a:bodyPr/>
                    <a:lstStyle/>
                    <a:p>
                      <a:r>
                        <a:rPr lang="en-AU" sz="1700" b="1"/>
                        <a:t>Intersect</a:t>
                      </a:r>
                      <a:endParaRPr lang="en-AU" sz="170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Повертає </a:t>
                      </a:r>
                      <a:r>
                        <a:rPr lang="ru-RU" sz="1700" b="1"/>
                        <a:t>спільні елементи</a:t>
                      </a:r>
                      <a:r>
                        <a:rPr lang="ru-RU" sz="1700"/>
                        <a:t> двох колекцій.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Вибирає елементи, які є в обох колекціях.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700"/>
                        <a:t>[1, 2, 3].Intersect([2, 3, 4])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[2, 3]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860912"/>
                  </a:ext>
                </a:extLst>
              </a:tr>
              <a:tr h="1348041">
                <a:tc>
                  <a:txBody>
                    <a:bodyPr/>
                    <a:lstStyle/>
                    <a:p>
                      <a:r>
                        <a:rPr lang="en-AU" sz="1700" b="1" dirty="0"/>
                        <a:t>Union</a:t>
                      </a:r>
                      <a:endParaRPr lang="en-AU" sz="170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Об’єднує дві колекції та повертає </a:t>
                      </a:r>
                      <a:r>
                        <a:rPr lang="ru-RU" sz="1700" b="1"/>
                        <a:t>унікальні елементи</a:t>
                      </a:r>
                      <a:r>
                        <a:rPr lang="ru-RU" sz="1700"/>
                        <a:t>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Всі елементи обох колекцій без повторів.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[1, 2, 3].Union([3, 4, 5])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[1, 2, 3, 4, 5]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461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8043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57" y="527236"/>
            <a:ext cx="11526169" cy="564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45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1610845"/>
            <a:ext cx="7067550" cy="3448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187" y="2420470"/>
            <a:ext cx="9334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67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783" y="1755682"/>
            <a:ext cx="6534150" cy="3857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879" y="3475505"/>
            <a:ext cx="6000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070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609600"/>
            <a:ext cx="1031557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725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219" y="356627"/>
            <a:ext cx="6705040" cy="616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260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742950"/>
            <a:ext cx="1053465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725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137" y="452437"/>
            <a:ext cx="6943725" cy="5953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37" y="604837"/>
            <a:ext cx="694372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086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19087"/>
            <a:ext cx="1013460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677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2" y="180975"/>
            <a:ext cx="77628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017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98" y="311213"/>
            <a:ext cx="10823090" cy="3705567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F43DD2E-1744-EDC8-A192-B1FFE77B7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302087"/>
              </p:ext>
            </p:extLst>
          </p:nvPr>
        </p:nvGraphicFramePr>
        <p:xfrm>
          <a:off x="277760" y="4169347"/>
          <a:ext cx="11263315" cy="2377440"/>
        </p:xfrm>
        <a:graphic>
          <a:graphicData uri="http://schemas.openxmlformats.org/drawingml/2006/table">
            <a:tbl>
              <a:tblPr/>
              <a:tblGrid>
                <a:gridCol w="1265905">
                  <a:extLst>
                    <a:ext uri="{9D8B030D-6E8A-4147-A177-3AD203B41FA5}">
                      <a16:colId xmlns:a16="http://schemas.microsoft.com/office/drawing/2014/main" val="3439905291"/>
                    </a:ext>
                  </a:extLst>
                </a:gridCol>
                <a:gridCol w="3239421">
                  <a:extLst>
                    <a:ext uri="{9D8B030D-6E8A-4147-A177-3AD203B41FA5}">
                      <a16:colId xmlns:a16="http://schemas.microsoft.com/office/drawing/2014/main" val="2931812035"/>
                    </a:ext>
                  </a:extLst>
                </a:gridCol>
                <a:gridCol w="3328527">
                  <a:extLst>
                    <a:ext uri="{9D8B030D-6E8A-4147-A177-3AD203B41FA5}">
                      <a16:colId xmlns:a16="http://schemas.microsoft.com/office/drawing/2014/main" val="3571345890"/>
                    </a:ext>
                  </a:extLst>
                </a:gridCol>
                <a:gridCol w="2074607">
                  <a:extLst>
                    <a:ext uri="{9D8B030D-6E8A-4147-A177-3AD203B41FA5}">
                      <a16:colId xmlns:a16="http://schemas.microsoft.com/office/drawing/2014/main" val="3511466835"/>
                    </a:ext>
                  </a:extLst>
                </a:gridCol>
                <a:gridCol w="1354855">
                  <a:extLst>
                    <a:ext uri="{9D8B030D-6E8A-4147-A177-3AD203B41FA5}">
                      <a16:colId xmlns:a16="http://schemas.microsoft.com/office/drawing/2014/main" val="2073824186"/>
                    </a:ext>
                  </a:extLst>
                </a:gridCol>
              </a:tblGrid>
              <a:tr h="221664">
                <a:tc>
                  <a:txBody>
                    <a:bodyPr/>
                    <a:lstStyle/>
                    <a:p>
                      <a:r>
                        <a:rPr lang="ru-RU" sz="1400" b="1"/>
                        <a:t>Метод </a:t>
                      </a:r>
                      <a:r>
                        <a:rPr lang="en-AU" sz="1400" b="1"/>
                        <a:t>LINQ</a:t>
                      </a:r>
                      <a:endParaRPr lang="en-A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Опис</a:t>
                      </a:r>
                      <a:endParaRPr lang="ru-R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Що робить</a:t>
                      </a:r>
                      <a:endParaRPr lang="ru-R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Приклад</a:t>
                      </a:r>
                      <a:endParaRPr lang="ru-R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/>
                        <a:t>Результат</a:t>
                      </a:r>
                      <a:endParaRPr lang="ru-R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801515"/>
                  </a:ext>
                </a:extLst>
              </a:tr>
              <a:tr h="376829">
                <a:tc>
                  <a:txBody>
                    <a:bodyPr/>
                    <a:lstStyle/>
                    <a:p>
                      <a:r>
                        <a:rPr lang="en-AU" sz="1400" b="1"/>
                        <a:t>Skip</a:t>
                      </a:r>
                      <a:endParaRPr lang="en-A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Пропускає певну кількість елементів з початку колекції.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всі елементи після пропущених.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[1, 2, 3, 4, 5].Skip(2)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[3, 4, 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62051"/>
                  </a:ext>
                </a:extLst>
              </a:tr>
              <a:tr h="376829">
                <a:tc>
                  <a:txBody>
                    <a:bodyPr/>
                    <a:lstStyle/>
                    <a:p>
                      <a:r>
                        <a:rPr lang="en-AU" sz="1400" b="1"/>
                        <a:t>SkipWhile</a:t>
                      </a:r>
                      <a:endParaRPr lang="en-A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Пропускає елементи доти, поки умова істинна.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Як тільки умова стає false, повертає решту колекції.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[1, 2, 3, 4].SkipWhile(x =&gt; x &lt; 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[3, 4]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064612"/>
                  </a:ext>
                </a:extLst>
              </a:tr>
              <a:tr h="376829">
                <a:tc>
                  <a:txBody>
                    <a:bodyPr/>
                    <a:lstStyle/>
                    <a:p>
                      <a:r>
                        <a:rPr lang="en-AU" sz="1400" b="1"/>
                        <a:t>Take</a:t>
                      </a:r>
                      <a:endParaRPr lang="en-A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Бере певну кількість елементів з початку колекції.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Повертає тільки перші N елементів.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[1, 2, 3, 4, 5].Take(3)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[1, 2, 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195861"/>
                  </a:ext>
                </a:extLst>
              </a:tr>
              <a:tr h="376829">
                <a:tc>
                  <a:txBody>
                    <a:bodyPr/>
                    <a:lstStyle/>
                    <a:p>
                      <a:r>
                        <a:rPr lang="en-AU" sz="1400" b="1"/>
                        <a:t>TakeWhile</a:t>
                      </a:r>
                      <a:endParaRPr lang="en-AU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Бере елементи доти, поки умова істинна.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Як тільки умова стає </a:t>
                      </a:r>
                      <a:r>
                        <a:rPr lang="en-AU" sz="1400"/>
                        <a:t>false, </a:t>
                      </a:r>
                      <a:r>
                        <a:rPr lang="ru-RU" sz="1400"/>
                        <a:t>зупиняє вибірку.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[1, 2, 3, 4].TakeWhile(x =&gt; x &lt; 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[1, 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126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2283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909637"/>
            <a:ext cx="100488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2818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533400"/>
            <a:ext cx="101727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1207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66712"/>
            <a:ext cx="1011555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52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833437"/>
            <a:ext cx="1019175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552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757237"/>
            <a:ext cx="1035367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218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72" y="396967"/>
            <a:ext cx="8217942" cy="545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927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619125"/>
            <a:ext cx="77152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4519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6" y="117607"/>
            <a:ext cx="12038027" cy="674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522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48" y="433107"/>
            <a:ext cx="7096125" cy="5695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542" y="2664479"/>
            <a:ext cx="35623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380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29" y="205628"/>
            <a:ext cx="7696200" cy="6419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914" y="2493588"/>
            <a:ext cx="36957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346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14" y="1475255"/>
            <a:ext cx="70485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50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12" y="1376642"/>
            <a:ext cx="8453814" cy="44190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231" y="3022227"/>
            <a:ext cx="27241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117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33337"/>
            <a:ext cx="99536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129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00037"/>
            <a:ext cx="996315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986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59" y="1584231"/>
            <a:ext cx="10027658" cy="435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9788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389" y="391925"/>
            <a:ext cx="7219950" cy="3895725"/>
          </a:xfrm>
          <a:prstGeom prst="rect">
            <a:avLst/>
          </a:prstGeom>
        </p:spPr>
      </p:pic>
      <p:pic>
        <p:nvPicPr>
          <p:cNvPr id="1026" name="Picture 2" descr="Deferred Execu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587" y="4558552"/>
            <a:ext cx="7939554" cy="198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11598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423987"/>
            <a:ext cx="101060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3819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18" y="256322"/>
            <a:ext cx="9926032" cy="32993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84" y="3708878"/>
            <a:ext cx="10096500" cy="1581150"/>
          </a:xfrm>
          <a:prstGeom prst="rect">
            <a:avLst/>
          </a:prstGeom>
        </p:spPr>
      </p:pic>
      <p:pic>
        <p:nvPicPr>
          <p:cNvPr id="2050" name="Picture 2" descr="https://www.tutorialsteacher.com/Content/images/linq/linq-immedite-execution-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422" y="5443280"/>
            <a:ext cx="57626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6021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090" y="0"/>
            <a:ext cx="9555816" cy="686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082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1452562"/>
            <a:ext cx="101250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9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1811</Words>
  <Application>Microsoft Office PowerPoint</Application>
  <PresentationFormat>Широкоэкранный</PresentationFormat>
  <Paragraphs>297</Paragraphs>
  <Slides>108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108</vt:i4>
      </vt:variant>
    </vt:vector>
  </HeadingPairs>
  <TitlesOfParts>
    <vt:vector size="113" baseType="lpstr">
      <vt:lpstr>agave Nerd Font</vt:lpstr>
      <vt:lpstr>Arial</vt:lpstr>
      <vt:lpstr>Calibri</vt:lpstr>
      <vt:lpstr>Calibri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Yuriy Tomka</dc:creator>
  <cp:lastModifiedBy>Yuriy Tomka</cp:lastModifiedBy>
  <cp:revision>28</cp:revision>
  <dcterms:created xsi:type="dcterms:W3CDTF">2019-11-19T21:48:37Z</dcterms:created>
  <dcterms:modified xsi:type="dcterms:W3CDTF">2025-10-21T09:24:11Z</dcterms:modified>
</cp:coreProperties>
</file>